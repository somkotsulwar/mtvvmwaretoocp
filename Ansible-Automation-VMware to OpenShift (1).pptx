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3" r:id="rId4"/>
    <p:sldMasterId id="2147483660" r:id="rId5"/>
  </p:sldMasterIdLst>
  <p:notesMasterIdLst>
    <p:notesMasterId r:id="rId17"/>
  </p:notesMasterIdLst>
  <p:sldIdLst>
    <p:sldId id="1396" r:id="rId6"/>
    <p:sldId id="1400" r:id="rId7"/>
    <p:sldId id="1403" r:id="rId8"/>
    <p:sldId id="1386" r:id="rId9"/>
    <p:sldId id="1399" r:id="rId10"/>
    <p:sldId id="1401" r:id="rId11"/>
    <p:sldId id="1378" r:id="rId12"/>
    <p:sldId id="1406" r:id="rId13"/>
    <p:sldId id="1405" r:id="rId14"/>
    <p:sldId id="1409" r:id="rId15"/>
    <p:sldId id="140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463A864-83D1-429F-A664-AB0C21F94A97}">
          <p14:sldIdLst>
            <p14:sldId id="1396"/>
            <p14:sldId id="1400"/>
            <p14:sldId id="1403"/>
            <p14:sldId id="1386"/>
            <p14:sldId id="1399"/>
            <p14:sldId id="1401"/>
            <p14:sldId id="1378"/>
            <p14:sldId id="1406"/>
            <p14:sldId id="1405"/>
            <p14:sldId id="1409"/>
            <p14:sldId id="1402"/>
          </p14:sldIdLst>
        </p14:section>
        <p14:section name="Untitled Section" id="{267D098B-4D1A-42EC-8FC7-F47D10C7A49A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BA8DE55-998C-645F-3013-97F2D0764482}" name="Chandrasekaran, Thirumurugan" initials="CT" userId="S::thirumurugan_chandra@dell.com::73df7e32-3db3-4e8a-ad18-296986acb01a" providerId="AD"/>
  <p188:author id="{1A5BA957-5AB6-C1A7-07BC-DB6AE76DD12E}" name="Umesh, Vinay" initials="UV" userId="S::Vinay.Umesh@Dell.com::167f67cc-50ea-47f3-a19e-dea9ec29bbe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DEE8"/>
    <a:srgbClr val="FFE9A1"/>
    <a:srgbClr val="D5D0B5"/>
    <a:srgbClr val="C1D499"/>
    <a:srgbClr val="FAC599"/>
    <a:srgbClr val="FFDA61"/>
    <a:srgbClr val="FFF0C9"/>
    <a:srgbClr val="77933C"/>
    <a:srgbClr val="44B5E4"/>
    <a:srgbClr val="3737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EFF559-191D-4EBC-9972-E7B83940D74C}" v="143" dt="2025-07-16T15:19:02.240"/>
    <p1510:client id="{4B90000D-5406-E610-76DA-DFA2997F2465}" v="1553" dt="2025-07-17T05:25:18.936"/>
    <p1510:client id="{598EEC46-DEBA-4FE1-8F44-F2A7227B4C0C}" v="514" dt="2025-07-16T12:25:50.008"/>
    <p1510:client id="{8A73497E-0565-8742-BF3E-FD73352BD3B7}" v="18" dt="2025-07-16T13:27:18.958"/>
    <p1510:client id="{DCA03E17-DE29-10CD-BD74-EFFEDAE8A35D}" v="14" dt="2025-07-17T08:08:06.413"/>
    <p1510:client id="{F79CA0D1-EF4B-102B-6F79-6D6F1EF5E7B4}" v="44" dt="2025-07-17T08:53:47.311"/>
  </p1510:revLst>
</p1510:revInfo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microsoft.com/office/2018/10/relationships/authors" Target="authors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5/10/relationships/revisionInfo" Target="revisionInfo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E72273-DA62-4A09-9987-5BA76C02DFE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0881AE3A-0467-471D-A2F6-4B583D81CF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Pull the Data from TM / </a:t>
          </a:r>
          <a:r>
            <a:rPr lang="en-US">
              <a:latin typeface="Arial"/>
            </a:rPr>
            <a:t>Runbook</a:t>
          </a:r>
        </a:p>
      </dgm:t>
    </dgm:pt>
    <dgm:pt modelId="{E3D065A7-B2AF-4270-BD66-2EC82FE8F8BF}" type="parTrans" cxnId="{6244F97B-EACC-45AB-9484-48422AFEC68B}">
      <dgm:prSet/>
      <dgm:spPr/>
      <dgm:t>
        <a:bodyPr/>
        <a:lstStyle/>
        <a:p>
          <a:endParaRPr lang="en-US"/>
        </a:p>
      </dgm:t>
    </dgm:pt>
    <dgm:pt modelId="{BE84BEFA-4DB5-4DE9-9E83-011FB79C20F3}" type="sibTrans" cxnId="{6244F97B-EACC-45AB-9484-48422AFEC68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3862E08-BBE7-4E09-9E72-F691D5FCD3C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Start the Sync</a:t>
          </a:r>
        </a:p>
      </dgm:t>
    </dgm:pt>
    <dgm:pt modelId="{A92BD86F-186E-4C89-959D-C3CAE2B81AA2}" type="parTrans" cxnId="{8CBC0C3D-1B7B-463B-9C2E-892FE74C4089}">
      <dgm:prSet/>
      <dgm:spPr/>
      <dgm:t>
        <a:bodyPr/>
        <a:lstStyle/>
        <a:p>
          <a:endParaRPr lang="en-US"/>
        </a:p>
      </dgm:t>
    </dgm:pt>
    <dgm:pt modelId="{2D5B4825-A979-42AA-8BE9-B73A78DDBCBC}" type="sibTrans" cxnId="{8CBC0C3D-1B7B-463B-9C2E-892FE74C408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0244D4F-7201-4E1B-B76E-5226F5B5CE5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Initiate the Cutover</a:t>
          </a:r>
        </a:p>
      </dgm:t>
    </dgm:pt>
    <dgm:pt modelId="{9EE47166-1223-4AE6-8189-A1B483346A5B}" type="parTrans" cxnId="{7AE1B2FD-B7E8-45DA-ADE2-CB20E509A730}">
      <dgm:prSet/>
      <dgm:spPr/>
      <dgm:t>
        <a:bodyPr/>
        <a:lstStyle/>
        <a:p>
          <a:endParaRPr lang="en-US"/>
        </a:p>
      </dgm:t>
    </dgm:pt>
    <dgm:pt modelId="{E806D3F8-141A-43E8-95B3-0806664A86D0}" type="sibTrans" cxnId="{7AE1B2FD-B7E8-45DA-ADE2-CB20E509A730}">
      <dgm:prSet/>
      <dgm:spPr/>
      <dgm:t>
        <a:bodyPr/>
        <a:lstStyle/>
        <a:p>
          <a:endParaRPr lang="en-US"/>
        </a:p>
      </dgm:t>
    </dgm:pt>
    <dgm:pt modelId="{80DD338D-11B8-4209-9CA4-75626FC41DEB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rial"/>
            </a:rPr>
            <a:t>Create</a:t>
          </a:r>
          <a:r>
            <a:rPr lang="en-US"/>
            <a:t> Migration Plan</a:t>
          </a:r>
        </a:p>
      </dgm:t>
    </dgm:pt>
    <dgm:pt modelId="{421E5474-7733-466A-8521-B7171EA298C0}" type="parTrans" cxnId="{4309D493-F41B-420B-AFC8-D4DE15E9D9EF}">
      <dgm:prSet/>
      <dgm:spPr/>
    </dgm:pt>
    <dgm:pt modelId="{2385ED57-C546-4FBA-8717-0FC11595D387}" type="sibTrans" cxnId="{4309D493-F41B-420B-AFC8-D4DE15E9D9EF}">
      <dgm:prSet/>
      <dgm:spPr/>
    </dgm:pt>
    <dgm:pt modelId="{6A5EDFD3-EB2B-4882-B46C-D643ECDFE567}" type="pres">
      <dgm:prSet presAssocID="{F9E72273-DA62-4A09-9987-5BA76C02DFE4}" presName="root" presStyleCnt="0">
        <dgm:presLayoutVars>
          <dgm:dir/>
          <dgm:resizeHandles val="exact"/>
        </dgm:presLayoutVars>
      </dgm:prSet>
      <dgm:spPr/>
    </dgm:pt>
    <dgm:pt modelId="{183E4B6C-7101-4826-9FFE-D48F155DFE74}" type="pres">
      <dgm:prSet presAssocID="{0881AE3A-0467-471D-A2F6-4B583D81CFE0}" presName="compNode" presStyleCnt="0"/>
      <dgm:spPr/>
    </dgm:pt>
    <dgm:pt modelId="{AF7A3483-FB2A-4556-8EE9-ACE6B807F7FE}" type="pres">
      <dgm:prSet presAssocID="{0881AE3A-0467-471D-A2F6-4B583D81CFE0}" presName="bgRect" presStyleLbl="bgShp" presStyleIdx="0" presStyleCnt="4"/>
      <dgm:spPr/>
    </dgm:pt>
    <dgm:pt modelId="{617690BF-8474-4D8E-B21D-8854637AA703}" type="pres">
      <dgm:prSet presAssocID="{0881AE3A-0467-471D-A2F6-4B583D81CFE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CB329F0-5C20-425D-93CF-719FC8AB3F75}" type="pres">
      <dgm:prSet presAssocID="{0881AE3A-0467-471D-A2F6-4B583D81CFE0}" presName="spaceRect" presStyleCnt="0"/>
      <dgm:spPr/>
    </dgm:pt>
    <dgm:pt modelId="{A7997B52-C0AB-4C19-A27D-1EDBCCFC22E9}" type="pres">
      <dgm:prSet presAssocID="{0881AE3A-0467-471D-A2F6-4B583D81CFE0}" presName="parTx" presStyleLbl="revTx" presStyleIdx="0" presStyleCnt="4">
        <dgm:presLayoutVars>
          <dgm:chMax val="0"/>
          <dgm:chPref val="0"/>
        </dgm:presLayoutVars>
      </dgm:prSet>
      <dgm:spPr/>
    </dgm:pt>
    <dgm:pt modelId="{DE6B3831-E686-44D7-ABC6-32D1129FD0FC}" type="pres">
      <dgm:prSet presAssocID="{BE84BEFA-4DB5-4DE9-9E83-011FB79C20F3}" presName="sibTrans" presStyleCnt="0"/>
      <dgm:spPr/>
    </dgm:pt>
    <dgm:pt modelId="{E7F97AE3-BB06-462C-8F39-871EFB1C116D}" type="pres">
      <dgm:prSet presAssocID="{80DD338D-11B8-4209-9CA4-75626FC41DEB}" presName="compNode" presStyleCnt="0"/>
      <dgm:spPr/>
    </dgm:pt>
    <dgm:pt modelId="{E0716C18-AE62-4994-AAE8-1F8CD6F0FE7B}" type="pres">
      <dgm:prSet presAssocID="{80DD338D-11B8-4209-9CA4-75626FC41DEB}" presName="bgRect" presStyleLbl="bgShp" presStyleIdx="1" presStyleCnt="4"/>
      <dgm:spPr/>
    </dgm:pt>
    <dgm:pt modelId="{B301A4F4-C419-4740-A88C-49AEF9A48C04}" type="pres">
      <dgm:prSet presAssocID="{80DD338D-11B8-4209-9CA4-75626FC41DEB}" presName="iconRect" presStyleLbl="node1" presStyleIdx="1" presStyleCnt="4"/>
      <dgm:spPr/>
    </dgm:pt>
    <dgm:pt modelId="{5DDABF90-A277-455B-B6D6-EE1ACDCAE82C}" type="pres">
      <dgm:prSet presAssocID="{80DD338D-11B8-4209-9CA4-75626FC41DEB}" presName="spaceRect" presStyleCnt="0"/>
      <dgm:spPr/>
    </dgm:pt>
    <dgm:pt modelId="{B5D9411F-2348-4062-A29C-1CC22863EB82}" type="pres">
      <dgm:prSet presAssocID="{80DD338D-11B8-4209-9CA4-75626FC41DEB}" presName="parTx" presStyleLbl="revTx" presStyleIdx="1" presStyleCnt="4">
        <dgm:presLayoutVars>
          <dgm:chMax val="0"/>
          <dgm:chPref val="0"/>
        </dgm:presLayoutVars>
      </dgm:prSet>
      <dgm:spPr/>
    </dgm:pt>
    <dgm:pt modelId="{AF6C360B-462C-4C14-812C-D19C4C5E052F}" type="pres">
      <dgm:prSet presAssocID="{2385ED57-C546-4FBA-8717-0FC11595D387}" presName="sibTrans" presStyleCnt="0"/>
      <dgm:spPr/>
    </dgm:pt>
    <dgm:pt modelId="{11285CEC-2D99-4B9C-A4F5-49EFFBDBF7AC}" type="pres">
      <dgm:prSet presAssocID="{F3862E08-BBE7-4E09-9E72-F691D5FCD3CE}" presName="compNode" presStyleCnt="0"/>
      <dgm:spPr/>
    </dgm:pt>
    <dgm:pt modelId="{29CBC97C-AFB8-4A15-A3B4-9ADE83425546}" type="pres">
      <dgm:prSet presAssocID="{F3862E08-BBE7-4E09-9E72-F691D5FCD3CE}" presName="bgRect" presStyleLbl="bgShp" presStyleIdx="2" presStyleCnt="4"/>
      <dgm:spPr/>
    </dgm:pt>
    <dgm:pt modelId="{FA1A878A-EF07-479B-987D-529BE582B3B0}" type="pres">
      <dgm:prSet presAssocID="{F3862E08-BBE7-4E09-9E72-F691D5FCD3CE}" presName="iconRect" presStyleLbl="node1" presStyleIdx="2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wnload"/>
        </a:ext>
      </dgm:extLst>
    </dgm:pt>
    <dgm:pt modelId="{3BCD39A2-F3D1-4DF6-B89A-6B9B14B82B5D}" type="pres">
      <dgm:prSet presAssocID="{F3862E08-BBE7-4E09-9E72-F691D5FCD3CE}" presName="spaceRect" presStyleCnt="0"/>
      <dgm:spPr/>
    </dgm:pt>
    <dgm:pt modelId="{C550FBEC-FA27-4C9C-A34A-CC1131DCDB54}" type="pres">
      <dgm:prSet presAssocID="{F3862E08-BBE7-4E09-9E72-F691D5FCD3CE}" presName="parTx" presStyleLbl="revTx" presStyleIdx="2" presStyleCnt="4">
        <dgm:presLayoutVars>
          <dgm:chMax val="0"/>
          <dgm:chPref val="0"/>
        </dgm:presLayoutVars>
      </dgm:prSet>
      <dgm:spPr/>
    </dgm:pt>
    <dgm:pt modelId="{2F14FA0F-648F-4FDC-B722-751640065152}" type="pres">
      <dgm:prSet presAssocID="{2D5B4825-A979-42AA-8BE9-B73A78DDBCBC}" presName="sibTrans" presStyleCnt="0"/>
      <dgm:spPr/>
    </dgm:pt>
    <dgm:pt modelId="{B36F5CF5-A1E6-418E-A530-3BE879E70936}" type="pres">
      <dgm:prSet presAssocID="{70244D4F-7201-4E1B-B76E-5226F5B5CE5E}" presName="compNode" presStyleCnt="0"/>
      <dgm:spPr/>
    </dgm:pt>
    <dgm:pt modelId="{0BC2F5BD-74A5-4A0B-A425-60D51DC140EA}" type="pres">
      <dgm:prSet presAssocID="{70244D4F-7201-4E1B-B76E-5226F5B5CE5E}" presName="bgRect" presStyleLbl="bgShp" presStyleIdx="3" presStyleCnt="4"/>
      <dgm:spPr/>
    </dgm:pt>
    <dgm:pt modelId="{675A4264-64F1-4C68-BAA4-6D562AE127D5}" type="pres">
      <dgm:prSet presAssocID="{70244D4F-7201-4E1B-B76E-5226F5B5CE5E}" presName="iconRect" presStyleLbl="node1" presStyleIdx="3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80F180BD-2BBF-4CFB-A922-6FD6DEC45E8E}" type="pres">
      <dgm:prSet presAssocID="{70244D4F-7201-4E1B-B76E-5226F5B5CE5E}" presName="spaceRect" presStyleCnt="0"/>
      <dgm:spPr/>
    </dgm:pt>
    <dgm:pt modelId="{162EFE88-E5BD-4D5A-BFBE-244FF419FF06}" type="pres">
      <dgm:prSet presAssocID="{70244D4F-7201-4E1B-B76E-5226F5B5CE5E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E611117-8D54-40BA-99F7-9A6042EE2487}" type="presOf" srcId="{F9E72273-DA62-4A09-9987-5BA76C02DFE4}" destId="{6A5EDFD3-EB2B-4882-B46C-D643ECDFE567}" srcOrd="0" destOrd="0" presId="urn:microsoft.com/office/officeart/2018/2/layout/IconVerticalSolidList"/>
    <dgm:cxn modelId="{8CBC0C3D-1B7B-463B-9C2E-892FE74C4089}" srcId="{F9E72273-DA62-4A09-9987-5BA76C02DFE4}" destId="{F3862E08-BBE7-4E09-9E72-F691D5FCD3CE}" srcOrd="2" destOrd="0" parTransId="{A92BD86F-186E-4C89-959D-C3CAE2B81AA2}" sibTransId="{2D5B4825-A979-42AA-8BE9-B73A78DDBCBC}"/>
    <dgm:cxn modelId="{A4BE7151-1DFF-4111-85D0-F12ACA79221E}" type="presOf" srcId="{70244D4F-7201-4E1B-B76E-5226F5B5CE5E}" destId="{162EFE88-E5BD-4D5A-BFBE-244FF419FF06}" srcOrd="0" destOrd="0" presId="urn:microsoft.com/office/officeart/2018/2/layout/IconVerticalSolidList"/>
    <dgm:cxn modelId="{0DD92E56-3610-478F-B126-7A6724DAF1D0}" type="presOf" srcId="{80DD338D-11B8-4209-9CA4-75626FC41DEB}" destId="{B5D9411F-2348-4062-A29C-1CC22863EB82}" srcOrd="0" destOrd="0" presId="urn:microsoft.com/office/officeart/2018/2/layout/IconVerticalSolidList"/>
    <dgm:cxn modelId="{6244F97B-EACC-45AB-9484-48422AFEC68B}" srcId="{F9E72273-DA62-4A09-9987-5BA76C02DFE4}" destId="{0881AE3A-0467-471D-A2F6-4B583D81CFE0}" srcOrd="0" destOrd="0" parTransId="{E3D065A7-B2AF-4270-BD66-2EC82FE8F8BF}" sibTransId="{BE84BEFA-4DB5-4DE9-9E83-011FB79C20F3}"/>
    <dgm:cxn modelId="{4309D493-F41B-420B-AFC8-D4DE15E9D9EF}" srcId="{F9E72273-DA62-4A09-9987-5BA76C02DFE4}" destId="{80DD338D-11B8-4209-9CA4-75626FC41DEB}" srcOrd="1" destOrd="0" parTransId="{421E5474-7733-466A-8521-B7171EA298C0}" sibTransId="{2385ED57-C546-4FBA-8717-0FC11595D387}"/>
    <dgm:cxn modelId="{83E8E794-3B52-43C5-91B1-BB8F67E71738}" type="presOf" srcId="{F3862E08-BBE7-4E09-9E72-F691D5FCD3CE}" destId="{C550FBEC-FA27-4C9C-A34A-CC1131DCDB54}" srcOrd="0" destOrd="0" presId="urn:microsoft.com/office/officeart/2018/2/layout/IconVerticalSolidList"/>
    <dgm:cxn modelId="{9EC640D4-E3B4-4102-991F-322976FF2749}" type="presOf" srcId="{0881AE3A-0467-471D-A2F6-4B583D81CFE0}" destId="{A7997B52-C0AB-4C19-A27D-1EDBCCFC22E9}" srcOrd="0" destOrd="0" presId="urn:microsoft.com/office/officeart/2018/2/layout/IconVerticalSolidList"/>
    <dgm:cxn modelId="{7AE1B2FD-B7E8-45DA-ADE2-CB20E509A730}" srcId="{F9E72273-DA62-4A09-9987-5BA76C02DFE4}" destId="{70244D4F-7201-4E1B-B76E-5226F5B5CE5E}" srcOrd="3" destOrd="0" parTransId="{9EE47166-1223-4AE6-8189-A1B483346A5B}" sibTransId="{E806D3F8-141A-43E8-95B3-0806664A86D0}"/>
    <dgm:cxn modelId="{84501DAB-ED4E-4353-8101-492381CF2FEB}" type="presParOf" srcId="{6A5EDFD3-EB2B-4882-B46C-D643ECDFE567}" destId="{183E4B6C-7101-4826-9FFE-D48F155DFE74}" srcOrd="0" destOrd="0" presId="urn:microsoft.com/office/officeart/2018/2/layout/IconVerticalSolidList"/>
    <dgm:cxn modelId="{6A2F2039-8229-48D9-B997-E645FC947173}" type="presParOf" srcId="{183E4B6C-7101-4826-9FFE-D48F155DFE74}" destId="{AF7A3483-FB2A-4556-8EE9-ACE6B807F7FE}" srcOrd="0" destOrd="0" presId="urn:microsoft.com/office/officeart/2018/2/layout/IconVerticalSolidList"/>
    <dgm:cxn modelId="{37D72EE7-0F8C-4DF2-9328-8AB5EF221E1B}" type="presParOf" srcId="{183E4B6C-7101-4826-9FFE-D48F155DFE74}" destId="{617690BF-8474-4D8E-B21D-8854637AA703}" srcOrd="1" destOrd="0" presId="urn:microsoft.com/office/officeart/2018/2/layout/IconVerticalSolidList"/>
    <dgm:cxn modelId="{41A471CA-09F1-4F9E-8EA0-51A1B6FD791A}" type="presParOf" srcId="{183E4B6C-7101-4826-9FFE-D48F155DFE74}" destId="{DCB329F0-5C20-425D-93CF-719FC8AB3F75}" srcOrd="2" destOrd="0" presId="urn:microsoft.com/office/officeart/2018/2/layout/IconVerticalSolidList"/>
    <dgm:cxn modelId="{49C102AD-DEB4-426E-B128-684908F9CE70}" type="presParOf" srcId="{183E4B6C-7101-4826-9FFE-D48F155DFE74}" destId="{A7997B52-C0AB-4C19-A27D-1EDBCCFC22E9}" srcOrd="3" destOrd="0" presId="urn:microsoft.com/office/officeart/2018/2/layout/IconVerticalSolidList"/>
    <dgm:cxn modelId="{0E1BDD32-2F88-4F4A-AF36-F24BAFEBDF68}" type="presParOf" srcId="{6A5EDFD3-EB2B-4882-B46C-D643ECDFE567}" destId="{DE6B3831-E686-44D7-ABC6-32D1129FD0FC}" srcOrd="1" destOrd="0" presId="urn:microsoft.com/office/officeart/2018/2/layout/IconVerticalSolidList"/>
    <dgm:cxn modelId="{5F10FD2B-992A-42C9-AC17-2405DC3C867B}" type="presParOf" srcId="{6A5EDFD3-EB2B-4882-B46C-D643ECDFE567}" destId="{E7F97AE3-BB06-462C-8F39-871EFB1C116D}" srcOrd="2" destOrd="0" presId="urn:microsoft.com/office/officeart/2018/2/layout/IconVerticalSolidList"/>
    <dgm:cxn modelId="{822FFFF6-F4EC-4927-A1DA-7DE296803E32}" type="presParOf" srcId="{E7F97AE3-BB06-462C-8F39-871EFB1C116D}" destId="{E0716C18-AE62-4994-AAE8-1F8CD6F0FE7B}" srcOrd="0" destOrd="0" presId="urn:microsoft.com/office/officeart/2018/2/layout/IconVerticalSolidList"/>
    <dgm:cxn modelId="{8595CCC5-B991-4A33-977A-82213423719B}" type="presParOf" srcId="{E7F97AE3-BB06-462C-8F39-871EFB1C116D}" destId="{B301A4F4-C419-4740-A88C-49AEF9A48C04}" srcOrd="1" destOrd="0" presId="urn:microsoft.com/office/officeart/2018/2/layout/IconVerticalSolidList"/>
    <dgm:cxn modelId="{9B2295A4-FB8D-425D-B14A-39760D4DD4A1}" type="presParOf" srcId="{E7F97AE3-BB06-462C-8F39-871EFB1C116D}" destId="{5DDABF90-A277-455B-B6D6-EE1ACDCAE82C}" srcOrd="2" destOrd="0" presId="urn:microsoft.com/office/officeart/2018/2/layout/IconVerticalSolidList"/>
    <dgm:cxn modelId="{0850E3CD-7CB8-4C82-93B5-55A5743DEE3E}" type="presParOf" srcId="{E7F97AE3-BB06-462C-8F39-871EFB1C116D}" destId="{B5D9411F-2348-4062-A29C-1CC22863EB82}" srcOrd="3" destOrd="0" presId="urn:microsoft.com/office/officeart/2018/2/layout/IconVerticalSolidList"/>
    <dgm:cxn modelId="{58A9C6EB-2068-4427-8468-3EC02F2FCE83}" type="presParOf" srcId="{6A5EDFD3-EB2B-4882-B46C-D643ECDFE567}" destId="{AF6C360B-462C-4C14-812C-D19C4C5E052F}" srcOrd="3" destOrd="0" presId="urn:microsoft.com/office/officeart/2018/2/layout/IconVerticalSolidList"/>
    <dgm:cxn modelId="{4557E3CF-16A7-41A2-B1C8-2B6A5CC6F4C3}" type="presParOf" srcId="{6A5EDFD3-EB2B-4882-B46C-D643ECDFE567}" destId="{11285CEC-2D99-4B9C-A4F5-49EFFBDBF7AC}" srcOrd="4" destOrd="0" presId="urn:microsoft.com/office/officeart/2018/2/layout/IconVerticalSolidList"/>
    <dgm:cxn modelId="{6C541652-15CD-4BB7-9121-D5BAB835C330}" type="presParOf" srcId="{11285CEC-2D99-4B9C-A4F5-49EFFBDBF7AC}" destId="{29CBC97C-AFB8-4A15-A3B4-9ADE83425546}" srcOrd="0" destOrd="0" presId="urn:microsoft.com/office/officeart/2018/2/layout/IconVerticalSolidList"/>
    <dgm:cxn modelId="{DA95C3BF-D7E2-466C-8745-3B3A344AEA77}" type="presParOf" srcId="{11285CEC-2D99-4B9C-A4F5-49EFFBDBF7AC}" destId="{FA1A878A-EF07-479B-987D-529BE582B3B0}" srcOrd="1" destOrd="0" presId="urn:microsoft.com/office/officeart/2018/2/layout/IconVerticalSolidList"/>
    <dgm:cxn modelId="{5D363E09-5552-4C4F-8B7F-EB393E7E8B22}" type="presParOf" srcId="{11285CEC-2D99-4B9C-A4F5-49EFFBDBF7AC}" destId="{3BCD39A2-F3D1-4DF6-B89A-6B9B14B82B5D}" srcOrd="2" destOrd="0" presId="urn:microsoft.com/office/officeart/2018/2/layout/IconVerticalSolidList"/>
    <dgm:cxn modelId="{688A96C3-8276-47A8-8DDA-2D65B45DE7D7}" type="presParOf" srcId="{11285CEC-2D99-4B9C-A4F5-49EFFBDBF7AC}" destId="{C550FBEC-FA27-4C9C-A34A-CC1131DCDB54}" srcOrd="3" destOrd="0" presId="urn:microsoft.com/office/officeart/2018/2/layout/IconVerticalSolidList"/>
    <dgm:cxn modelId="{218827C2-73A4-48EA-BF79-B4CD913B3EE5}" type="presParOf" srcId="{6A5EDFD3-EB2B-4882-B46C-D643ECDFE567}" destId="{2F14FA0F-648F-4FDC-B722-751640065152}" srcOrd="5" destOrd="0" presId="urn:microsoft.com/office/officeart/2018/2/layout/IconVerticalSolidList"/>
    <dgm:cxn modelId="{819E33B8-DD49-47D8-BB91-5780F6A34830}" type="presParOf" srcId="{6A5EDFD3-EB2B-4882-B46C-D643ECDFE567}" destId="{B36F5CF5-A1E6-418E-A530-3BE879E70936}" srcOrd="6" destOrd="0" presId="urn:microsoft.com/office/officeart/2018/2/layout/IconVerticalSolidList"/>
    <dgm:cxn modelId="{0F14534C-DB6E-43E7-837B-05B2E15607CC}" type="presParOf" srcId="{B36F5CF5-A1E6-418E-A530-3BE879E70936}" destId="{0BC2F5BD-74A5-4A0B-A425-60D51DC140EA}" srcOrd="0" destOrd="0" presId="urn:microsoft.com/office/officeart/2018/2/layout/IconVerticalSolidList"/>
    <dgm:cxn modelId="{4D38C39C-3C07-4CE7-91B0-D031E81E6C6A}" type="presParOf" srcId="{B36F5CF5-A1E6-418E-A530-3BE879E70936}" destId="{675A4264-64F1-4C68-BAA4-6D562AE127D5}" srcOrd="1" destOrd="0" presId="urn:microsoft.com/office/officeart/2018/2/layout/IconVerticalSolidList"/>
    <dgm:cxn modelId="{D7A3A313-ABA4-420F-BD61-0EBFB412424E}" type="presParOf" srcId="{B36F5CF5-A1E6-418E-A530-3BE879E70936}" destId="{80F180BD-2BBF-4CFB-A922-6FD6DEC45E8E}" srcOrd="2" destOrd="0" presId="urn:microsoft.com/office/officeart/2018/2/layout/IconVerticalSolidList"/>
    <dgm:cxn modelId="{289A5FD0-18DA-4DB0-B04C-9F4996AA642E}" type="presParOf" srcId="{B36F5CF5-A1E6-418E-A530-3BE879E70936}" destId="{162EFE88-E5BD-4D5A-BFBE-244FF419FF0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7A3483-FB2A-4556-8EE9-ACE6B807F7FE}">
      <dsp:nvSpPr>
        <dsp:cNvPr id="0" name=""/>
        <dsp:cNvSpPr/>
      </dsp:nvSpPr>
      <dsp:spPr>
        <a:xfrm>
          <a:off x="0" y="1662"/>
          <a:ext cx="11338560" cy="842473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7690BF-8474-4D8E-B21D-8854637AA703}">
      <dsp:nvSpPr>
        <dsp:cNvPr id="0" name=""/>
        <dsp:cNvSpPr/>
      </dsp:nvSpPr>
      <dsp:spPr>
        <a:xfrm>
          <a:off x="254848" y="191218"/>
          <a:ext cx="463360" cy="4633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997B52-C0AB-4C19-A27D-1EDBCCFC22E9}">
      <dsp:nvSpPr>
        <dsp:cNvPr id="0" name=""/>
        <dsp:cNvSpPr/>
      </dsp:nvSpPr>
      <dsp:spPr>
        <a:xfrm>
          <a:off x="973056" y="1662"/>
          <a:ext cx="10365503" cy="8424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162" tIns="89162" rIns="89162" bIns="89162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Pull the Data from TM / </a:t>
          </a:r>
          <a:r>
            <a:rPr lang="en-US" sz="2200" kern="1200">
              <a:latin typeface="Arial"/>
            </a:rPr>
            <a:t>Runbook</a:t>
          </a:r>
        </a:p>
      </dsp:txBody>
      <dsp:txXfrm>
        <a:off x="973056" y="1662"/>
        <a:ext cx="10365503" cy="842473"/>
      </dsp:txXfrm>
    </dsp:sp>
    <dsp:sp modelId="{E0716C18-AE62-4994-AAE8-1F8CD6F0FE7B}">
      <dsp:nvSpPr>
        <dsp:cNvPr id="0" name=""/>
        <dsp:cNvSpPr/>
      </dsp:nvSpPr>
      <dsp:spPr>
        <a:xfrm>
          <a:off x="0" y="1054753"/>
          <a:ext cx="11338560" cy="842473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01A4F4-C419-4740-A88C-49AEF9A48C04}">
      <dsp:nvSpPr>
        <dsp:cNvPr id="0" name=""/>
        <dsp:cNvSpPr/>
      </dsp:nvSpPr>
      <dsp:spPr>
        <a:xfrm>
          <a:off x="254848" y="1244310"/>
          <a:ext cx="463360" cy="46336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D9411F-2348-4062-A29C-1CC22863EB82}">
      <dsp:nvSpPr>
        <dsp:cNvPr id="0" name=""/>
        <dsp:cNvSpPr/>
      </dsp:nvSpPr>
      <dsp:spPr>
        <a:xfrm>
          <a:off x="973056" y="1054753"/>
          <a:ext cx="10365503" cy="8424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162" tIns="89162" rIns="89162" bIns="89162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latin typeface="Arial"/>
            </a:rPr>
            <a:t>Create</a:t>
          </a:r>
          <a:r>
            <a:rPr lang="en-US" sz="2200" kern="1200"/>
            <a:t> Migration Plan</a:t>
          </a:r>
        </a:p>
      </dsp:txBody>
      <dsp:txXfrm>
        <a:off x="973056" y="1054753"/>
        <a:ext cx="10365503" cy="842473"/>
      </dsp:txXfrm>
    </dsp:sp>
    <dsp:sp modelId="{29CBC97C-AFB8-4A15-A3B4-9ADE83425546}">
      <dsp:nvSpPr>
        <dsp:cNvPr id="0" name=""/>
        <dsp:cNvSpPr/>
      </dsp:nvSpPr>
      <dsp:spPr>
        <a:xfrm>
          <a:off x="0" y="2107845"/>
          <a:ext cx="11338560" cy="842473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1A878A-EF07-479B-987D-529BE582B3B0}">
      <dsp:nvSpPr>
        <dsp:cNvPr id="0" name=""/>
        <dsp:cNvSpPr/>
      </dsp:nvSpPr>
      <dsp:spPr>
        <a:xfrm>
          <a:off x="254848" y="2297401"/>
          <a:ext cx="463360" cy="46336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50FBEC-FA27-4C9C-A34A-CC1131DCDB54}">
      <dsp:nvSpPr>
        <dsp:cNvPr id="0" name=""/>
        <dsp:cNvSpPr/>
      </dsp:nvSpPr>
      <dsp:spPr>
        <a:xfrm>
          <a:off x="973056" y="2107845"/>
          <a:ext cx="10365503" cy="8424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162" tIns="89162" rIns="89162" bIns="89162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Start the Sync</a:t>
          </a:r>
        </a:p>
      </dsp:txBody>
      <dsp:txXfrm>
        <a:off x="973056" y="2107845"/>
        <a:ext cx="10365503" cy="842473"/>
      </dsp:txXfrm>
    </dsp:sp>
    <dsp:sp modelId="{0BC2F5BD-74A5-4A0B-A425-60D51DC140EA}">
      <dsp:nvSpPr>
        <dsp:cNvPr id="0" name=""/>
        <dsp:cNvSpPr/>
      </dsp:nvSpPr>
      <dsp:spPr>
        <a:xfrm>
          <a:off x="0" y="3160936"/>
          <a:ext cx="11338560" cy="842473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5A4264-64F1-4C68-BAA4-6D562AE127D5}">
      <dsp:nvSpPr>
        <dsp:cNvPr id="0" name=""/>
        <dsp:cNvSpPr/>
      </dsp:nvSpPr>
      <dsp:spPr>
        <a:xfrm>
          <a:off x="254848" y="3350493"/>
          <a:ext cx="463360" cy="46336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2EFE88-E5BD-4D5A-BFBE-244FF419FF06}">
      <dsp:nvSpPr>
        <dsp:cNvPr id="0" name=""/>
        <dsp:cNvSpPr/>
      </dsp:nvSpPr>
      <dsp:spPr>
        <a:xfrm>
          <a:off x="973056" y="3160936"/>
          <a:ext cx="10365503" cy="8424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162" tIns="89162" rIns="89162" bIns="89162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Initiate the Cutover</a:t>
          </a:r>
        </a:p>
      </dsp:txBody>
      <dsp:txXfrm>
        <a:off x="973056" y="3160936"/>
        <a:ext cx="10365503" cy="8424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4987DF-601B-403D-A263-27A88A827AA7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EF18AA-72C7-4DF2-9947-AA8DDCEA1D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040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59B146-A851-45E8-8029-33FF309AFB8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64717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BCE3C-044A-FAA2-4570-C610BFFDB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0C4796-37BA-F363-F570-2304B567CD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B7D6C5-EDE5-E8FE-1258-AEF98534A4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1" baseline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2FD03-AEE6-4E80-2B75-D94CF10656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A04BB6B-BEDE-48E4-970F-8DFC0D4B5AE7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6315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157E4-6615-AE6D-3E28-872DE253D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1A84E8-AC3B-9260-76EE-0440446677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0180A4-2A76-D19B-F01F-5D347F3220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1" baseline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5BC2CB-CEF8-3076-A76C-76BE7272AF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A04BB6B-BEDE-48E4-970F-8DFC0D4B5AE7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2500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B063B-FE5A-D7F4-F545-9BEDE84B8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1408D4-1C42-B407-1F48-170B9743F4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3F3814-BB5E-56BD-F247-3D1FAB8B52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EB18A1-4A93-F26A-3F55-65055731AB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59B146-A851-45E8-8029-33FF309AFB8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20095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FB279-45F7-DC31-B516-156BB4B75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CDD138-905B-74EC-F0BE-9F55E85994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621D7B-EFD0-1BC7-9F8D-BB5D2BDB81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baseline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Keywords – AI, Automation, human errors avoidance</a:t>
            </a:r>
            <a:br>
              <a:rPr lang="en-US" i="1" baseline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i="1" baseline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Change this to SMART Goal</a:t>
            </a:r>
            <a:br>
              <a:rPr lang="en-US" i="1" baseline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i="1" baseline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Timelines </a:t>
            </a:r>
            <a:br>
              <a:rPr lang="en-US" i="1" baseline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i="1" baseline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Gratitude – Kiran, Anshul and Team</a:t>
            </a:r>
            <a:br>
              <a:rPr lang="en-US" i="1" baseline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i="1" baseline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8E6E63-6093-407B-0E21-D3D857E31E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A04BB6B-BEDE-48E4-970F-8DFC0D4B5AE7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8649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BE1D8-59CD-99FB-B48A-B4FE0C192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6E62FB-164D-F347-C643-1098DEEEC5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DD2403-FBFC-EA83-CE67-A6CD8F2BE9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1" baseline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F0E7DF-28D3-B8ED-AFF2-A210AB8993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A04BB6B-BEDE-48E4-970F-8DFC0D4B5AE7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2673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E65D0-F28D-25D7-2444-019CA16D5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34BEED-D6E4-58C2-E9D6-5E2C10B843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88DC44-1F03-88C2-959C-FA7E10A425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4C66E-FEDE-2A28-C33D-D7DD721303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59B146-A851-45E8-8029-33FF309AFB8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57009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B1C55-D8CE-1BCE-C7EA-E2361AE34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0CB689-5426-D005-4850-6FA307985A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3F9A63-F821-D6E8-731F-2CD79E9475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1" baseline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BE64D2-C1D8-DDB0-9A0F-F775237E0C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A04BB6B-BEDE-48E4-970F-8DFC0D4B5AE7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330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 4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552449"/>
            <a:ext cx="11430000" cy="1994392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l">
              <a:defRPr sz="72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2743200"/>
            <a:ext cx="11430000" cy="165576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7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11668" y="5831699"/>
            <a:ext cx="3608832" cy="469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7465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3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A49A41B-9CF1-4CD6-B1E3-F736C63833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11668" y="5831699"/>
            <a:ext cx="3608832" cy="469148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10344EF7-FB04-41A4-900F-48EC95C6F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552449"/>
            <a:ext cx="11430000" cy="1994392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l">
              <a:defRPr sz="72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A67014B0-AEAB-4CC8-BCED-661FF1CA27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2743200"/>
            <a:ext cx="11430000" cy="165576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7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377697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430000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33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468892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430000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33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838200"/>
            <a:ext cx="11430000" cy="2872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6135965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430000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33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11430000" cy="4419600"/>
          </a:xfrm>
          <a:prstGeom prst="rect">
            <a:avLst/>
          </a:prstGeom>
        </p:spPr>
        <p:txBody>
          <a:bodyPr lIns="0" tIns="0" rIns="0" bIns="0"/>
          <a:lstStyle>
            <a:lvl1pPr marL="228594" indent="-228594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83" indent="-228594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73" indent="-152396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67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60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49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874210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430000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33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838200"/>
            <a:ext cx="11430000" cy="2872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381000" y="1600200"/>
            <a:ext cx="11430000" cy="4419600"/>
          </a:xfrm>
          <a:prstGeom prst="rect">
            <a:avLst/>
          </a:prstGeom>
        </p:spPr>
        <p:txBody>
          <a:bodyPr lIns="0" tIns="0" rIns="0" bIns="0"/>
          <a:lstStyle>
            <a:lvl1pPr marL="228594" indent="-228594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83" indent="-228594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73" indent="-152396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67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60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49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7466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649" y="304800"/>
            <a:ext cx="11436351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733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0"/>
          </p:nvPr>
        </p:nvSpPr>
        <p:spPr>
          <a:xfrm>
            <a:off x="381000" y="1600200"/>
            <a:ext cx="5410200" cy="44196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defRPr sz="2400">
                <a:solidFill>
                  <a:schemeClr val="bg2"/>
                </a:solidFill>
              </a:defRPr>
            </a:lvl1pPr>
            <a:lvl2pPr marL="685783" indent="-228594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2pPr>
            <a:lvl3pPr marL="1142971" indent="-228594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467">
                <a:solidFill>
                  <a:schemeClr val="bg2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9"/>
          <p:cNvSpPr>
            <a:spLocks noGrp="1"/>
          </p:cNvSpPr>
          <p:nvPr>
            <p:ph sz="quarter" idx="11"/>
          </p:nvPr>
        </p:nvSpPr>
        <p:spPr>
          <a:xfrm>
            <a:off x="6400800" y="1600200"/>
            <a:ext cx="5410200" cy="44196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defRPr sz="2400">
                <a:solidFill>
                  <a:schemeClr val="bg2"/>
                </a:solidFill>
              </a:defRPr>
            </a:lvl1pPr>
            <a:lvl2pPr marL="685783" indent="-228594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2pPr>
            <a:lvl3pPr marL="1142971" indent="-228594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467">
                <a:solidFill>
                  <a:schemeClr val="bg2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819240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w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649" y="304800"/>
            <a:ext cx="11436351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733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F1CEAD-C06E-4DD6-958D-A69C28387D9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295400"/>
            <a:ext cx="5410200" cy="5257800"/>
          </a:xfrm>
          <a:prstGeom prst="rect">
            <a:avLst/>
          </a:prstGeom>
        </p:spPr>
        <p:txBody>
          <a:bodyPr lIns="0" tIns="0" rIns="0" bIns="91440"/>
          <a:lstStyle>
            <a:lvl1pPr marL="0" indent="0">
              <a:lnSpc>
                <a:spcPct val="100000"/>
              </a:lnSpc>
              <a:spcBef>
                <a:spcPts val="2400"/>
              </a:spcBef>
              <a:buNone/>
              <a:defRPr sz="2667" baseline="0">
                <a:solidFill>
                  <a:schemeClr val="bg1"/>
                </a:solidFill>
              </a:defRPr>
            </a:lvl1pPr>
            <a:lvl2pPr marL="230712" indent="-230712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defRPr>
                <a:solidFill>
                  <a:schemeClr val="bg2"/>
                </a:solidFill>
              </a:defRPr>
            </a:lvl2pPr>
            <a:lvl3pPr marL="685783" indent="-230712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3pPr>
            <a:lvl4pPr marL="1140855" indent="-224361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467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0C49344-5A94-4BB8-B1F8-EC9EB43874D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00800" y="1295400"/>
            <a:ext cx="5410200" cy="5257800"/>
          </a:xfrm>
          <a:prstGeom prst="rect">
            <a:avLst/>
          </a:prstGeom>
        </p:spPr>
        <p:txBody>
          <a:bodyPr lIns="0" tIns="0" rIns="0" bIns="91440"/>
          <a:lstStyle>
            <a:lvl1pPr marL="0" indent="0">
              <a:lnSpc>
                <a:spcPct val="100000"/>
              </a:lnSpc>
              <a:spcBef>
                <a:spcPts val="2400"/>
              </a:spcBef>
              <a:buNone/>
              <a:defRPr sz="2667" baseline="0">
                <a:solidFill>
                  <a:schemeClr val="bg1"/>
                </a:solidFill>
              </a:defRPr>
            </a:lvl1pPr>
            <a:lvl2pPr marL="230712" indent="-230712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defRPr>
                <a:solidFill>
                  <a:schemeClr val="bg2"/>
                </a:solidFill>
              </a:defRPr>
            </a:lvl2pPr>
            <a:lvl3pPr marL="685783" indent="-230712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3pPr>
            <a:lvl4pPr marL="1140855" indent="-224361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467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2351779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0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w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649" y="304800"/>
            <a:ext cx="11436351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733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idx="10"/>
          </p:nvPr>
        </p:nvSpPr>
        <p:spPr>
          <a:xfrm>
            <a:off x="381000" y="1295400"/>
            <a:ext cx="3581400" cy="6858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05300" y="1295400"/>
            <a:ext cx="3581400" cy="6858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8229600" y="1295400"/>
            <a:ext cx="3581400" cy="6858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9"/>
          <p:cNvSpPr>
            <a:spLocks noGrp="1"/>
          </p:cNvSpPr>
          <p:nvPr>
            <p:ph sz="quarter" idx="13"/>
          </p:nvPr>
        </p:nvSpPr>
        <p:spPr>
          <a:xfrm>
            <a:off x="381000" y="2057400"/>
            <a:ext cx="3581400" cy="39624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defRPr sz="2133">
                <a:solidFill>
                  <a:schemeClr val="bg2"/>
                </a:solidFill>
              </a:defRPr>
            </a:lvl1pPr>
            <a:lvl2pPr marL="685783" indent="-228594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600">
                <a:solidFill>
                  <a:schemeClr val="bg2"/>
                </a:solidFill>
              </a:defRPr>
            </a:lvl2pPr>
            <a:lvl3pPr marL="1142971" indent="-228594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400">
                <a:solidFill>
                  <a:schemeClr val="bg2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1"/>
          </p:nvPr>
        </p:nvSpPr>
        <p:spPr>
          <a:xfrm>
            <a:off x="4305300" y="2057400"/>
            <a:ext cx="3581400" cy="39624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defRPr sz="2133">
                <a:solidFill>
                  <a:schemeClr val="bg2"/>
                </a:solidFill>
              </a:defRPr>
            </a:lvl1pPr>
            <a:lvl2pPr marL="685783" indent="-228594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600">
                <a:solidFill>
                  <a:schemeClr val="bg2"/>
                </a:solidFill>
              </a:defRPr>
            </a:lvl2pPr>
            <a:lvl3pPr marL="1142971" indent="-228594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400">
                <a:solidFill>
                  <a:schemeClr val="bg2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9"/>
          <p:cNvSpPr>
            <a:spLocks noGrp="1"/>
          </p:cNvSpPr>
          <p:nvPr>
            <p:ph sz="quarter" idx="14"/>
          </p:nvPr>
        </p:nvSpPr>
        <p:spPr>
          <a:xfrm>
            <a:off x="8229600" y="2057400"/>
            <a:ext cx="3581400" cy="39624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defRPr sz="2133">
                <a:solidFill>
                  <a:schemeClr val="bg2"/>
                </a:solidFill>
              </a:defRPr>
            </a:lvl1pPr>
            <a:lvl2pPr marL="685783" indent="-228594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600">
                <a:solidFill>
                  <a:schemeClr val="bg2"/>
                </a:solidFill>
              </a:defRPr>
            </a:lvl2pPr>
            <a:lvl3pPr marL="1142971" indent="-228594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400">
                <a:solidFill>
                  <a:schemeClr val="bg2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661024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7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2431804"/>
            <a:ext cx="10515600" cy="1994392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>
              <a:defRPr sz="72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9064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">
    <p:bg>
      <p:bgPr>
        <a:gradFill>
          <a:gsLst>
            <a:gs pos="0">
              <a:schemeClr val="accent6"/>
            </a:gs>
            <a:gs pos="26000">
              <a:schemeClr val="bg1"/>
            </a:gs>
            <a:gs pos="100000">
              <a:schemeClr val="accent1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431804"/>
            <a:ext cx="10515600" cy="1994392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>
              <a:defRPr sz="72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660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3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431804"/>
            <a:ext cx="10515600" cy="1994392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>
              <a:defRPr sz="72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2697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4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431804"/>
            <a:ext cx="10515600" cy="1994392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>
              <a:defRPr sz="7200">
                <a:solidFill>
                  <a:schemeClr val="tx2"/>
                </a:solidFill>
                <a:effectLst>
                  <a:glow rad="12700">
                    <a:schemeClr val="accent1">
                      <a:alpha val="40000"/>
                    </a:schemeClr>
                  </a:glow>
                </a:effectLst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8867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5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431804"/>
            <a:ext cx="10515600" cy="1994392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>
              <a:defRPr lang="en-US" sz="7200" dirty="0">
                <a:solidFill>
                  <a:schemeClr val="tx2"/>
                </a:solidFill>
                <a:effectLst>
                  <a:glow rad="12700">
                    <a:schemeClr val="accent1">
                      <a:alpha val="40000"/>
                    </a:schemeClr>
                  </a:glow>
                </a:effectLst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3175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 blue gradient bkgd">
    <p:bg>
      <p:bgPr>
        <a:gradFill>
          <a:gsLst>
            <a:gs pos="0">
              <a:schemeClr val="accent6"/>
            </a:gs>
            <a:gs pos="26000">
              <a:schemeClr val="bg1"/>
            </a:gs>
            <a:gs pos="100000">
              <a:schemeClr val="accent1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5760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logo slide">
    <p:bg>
      <p:bgPr>
        <a:gradFill>
          <a:gsLst>
            <a:gs pos="0">
              <a:schemeClr val="accent6"/>
            </a:gs>
            <a:gs pos="26000">
              <a:schemeClr val="bg1"/>
            </a:gs>
            <a:gs pos="100000">
              <a:schemeClr val="accent1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ED6EC7-6D3E-4027-A733-9B78EBA486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01837" y="3005739"/>
            <a:ext cx="6790944" cy="88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7385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bar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55FA4D-249B-4E80-B34F-0C5D9607D4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6927" y="0"/>
            <a:ext cx="12192000" cy="1600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06380C4-5271-4906-B38E-E23B3CA39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541568"/>
            <a:ext cx="11430000" cy="517064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>
              <a:defRPr sz="3733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042624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lan by seg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339DD2B-EE09-4915-9200-4700467764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066800"/>
            <a:ext cx="12192000" cy="1600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430000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33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7" name="Group 16"/>
          <p:cNvGrpSpPr/>
          <p:nvPr userDrawn="1"/>
        </p:nvGrpSpPr>
        <p:grpSpPr>
          <a:xfrm>
            <a:off x="0" y="1073149"/>
            <a:ext cx="12192000" cy="1593851"/>
            <a:chOff x="0" y="1200150"/>
            <a:chExt cx="9144000" cy="2743200"/>
          </a:xfrm>
        </p:grpSpPr>
        <p:cxnSp>
          <p:nvCxnSpPr>
            <p:cNvPr id="18" name="Straight Connector 17"/>
            <p:cNvCxnSpPr/>
            <p:nvPr/>
          </p:nvCxnSpPr>
          <p:spPr>
            <a:xfrm>
              <a:off x="0" y="1200150"/>
              <a:ext cx="9144000" cy="0"/>
            </a:xfrm>
            <a:prstGeom prst="line">
              <a:avLst/>
            </a:prstGeom>
            <a:ln w="28575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0" y="3943350"/>
              <a:ext cx="9144000" cy="0"/>
            </a:xfrm>
            <a:prstGeom prst="line">
              <a:avLst/>
            </a:prstGeom>
            <a:ln w="28575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Subtitle 2"/>
          <p:cNvSpPr>
            <a:spLocks noGrp="1"/>
          </p:cNvSpPr>
          <p:nvPr>
            <p:ph type="subTitle" idx="1"/>
          </p:nvPr>
        </p:nvSpPr>
        <p:spPr>
          <a:xfrm>
            <a:off x="381000" y="1066800"/>
            <a:ext cx="1600200" cy="1600200"/>
          </a:xfrm>
          <a:prstGeom prst="ellipse">
            <a:avLst/>
          </a:prstGeom>
          <a:gradFill>
            <a:gsLst>
              <a:gs pos="50000">
                <a:schemeClr val="accent3"/>
              </a:gs>
              <a:gs pos="100000">
                <a:schemeClr val="accent4"/>
              </a:gs>
              <a:gs pos="0">
                <a:schemeClr val="accent3">
                  <a:lumMod val="60000"/>
                  <a:lumOff val="40000"/>
                </a:schemeClr>
              </a:gs>
            </a:gsLst>
            <a:lin ang="54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600" baseline="0" dirty="0">
                <a:solidFill>
                  <a:schemeClr val="bg2"/>
                </a:solidFill>
              </a:defRPr>
            </a:lvl1pPr>
          </a:lstStyle>
          <a:p>
            <a:pPr marL="0" lvl="0" indent="0" algn="ctr"/>
            <a:r>
              <a:rPr lang="en-US"/>
              <a:t>Click to edit Master subtitle style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20A03CF-5AF9-433E-97EB-7EB2D04B0E1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971800" y="1073149"/>
            <a:ext cx="8839200" cy="159385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154513" indent="-154513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•"/>
              <a:defRPr sz="1867">
                <a:solidFill>
                  <a:schemeClr val="tx2"/>
                </a:solidFill>
                <a:latin typeface="+mn-lt"/>
              </a:defRPr>
            </a:lvl1pPr>
            <a:lvl2pPr marL="455073" indent="-148163">
              <a:lnSpc>
                <a:spcPct val="100000"/>
              </a:lnSpc>
              <a:spcBef>
                <a:spcPts val="267"/>
              </a:spcBef>
              <a:buClrTx/>
              <a:buFont typeface="Arial" panose="020B0604020202020204" pitchFamily="34" charset="0"/>
              <a:buChar char="–"/>
              <a:tabLst/>
              <a:defRPr sz="1467">
                <a:solidFill>
                  <a:schemeClr val="tx2"/>
                </a:solidFill>
                <a:latin typeface="+mn-lt"/>
              </a:defRPr>
            </a:lvl2pPr>
            <a:lvl3pPr marL="455073" indent="-148163">
              <a:lnSpc>
                <a:spcPct val="100000"/>
              </a:lnSpc>
              <a:spcBef>
                <a:spcPts val="400"/>
              </a:spcBef>
              <a:buClrTx/>
              <a:buFont typeface="Arial" panose="020B0604020202020204" pitchFamily="34" charset="0"/>
              <a:buChar char="–"/>
              <a:defRPr sz="1200">
                <a:solidFill>
                  <a:schemeClr val="tx2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6860797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ke-awa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430000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33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Content Placeholder 9"/>
          <p:cNvSpPr>
            <a:spLocks noGrp="1"/>
          </p:cNvSpPr>
          <p:nvPr>
            <p:ph sz="quarter" idx="13"/>
          </p:nvPr>
        </p:nvSpPr>
        <p:spPr>
          <a:xfrm>
            <a:off x="382325" y="3124200"/>
            <a:ext cx="5256475" cy="3048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buNone/>
              <a:defRPr sz="1867">
                <a:solidFill>
                  <a:schemeClr val="bg1"/>
                </a:solidFill>
                <a:latin typeface="+mn-lt"/>
              </a:defRPr>
            </a:lvl1pPr>
            <a:lvl2pPr marL="154513" indent="-154513">
              <a:lnSpc>
                <a:spcPct val="100000"/>
              </a:lnSpc>
              <a:spcBef>
                <a:spcPts val="8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  <a:latin typeface="+mn-lt"/>
              </a:defRPr>
            </a:lvl2pPr>
            <a:lvl3pPr marL="455073" indent="-148163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333">
                <a:solidFill>
                  <a:schemeClr val="bg2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4" name="Content Placeholder 9"/>
          <p:cNvSpPr>
            <a:spLocks noGrp="1"/>
          </p:cNvSpPr>
          <p:nvPr>
            <p:ph sz="quarter" idx="14"/>
          </p:nvPr>
        </p:nvSpPr>
        <p:spPr>
          <a:xfrm>
            <a:off x="6553200" y="3124200"/>
            <a:ext cx="5256475" cy="3048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buNone/>
              <a:defRPr sz="1867">
                <a:solidFill>
                  <a:schemeClr val="bg1"/>
                </a:solidFill>
                <a:latin typeface="+mn-lt"/>
              </a:defRPr>
            </a:lvl1pPr>
            <a:lvl2pPr marL="154513" indent="-154513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  <a:latin typeface="+mn-lt"/>
              </a:defRPr>
            </a:lvl2pPr>
            <a:lvl3pPr marL="535504" indent="-154513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333">
                <a:solidFill>
                  <a:schemeClr val="bg2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CDBD44A-C7D3-4D15-8DEF-97DBFBEE5A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27" y="1143000"/>
            <a:ext cx="12192000" cy="160020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D81FD89-071E-449D-BB10-FE354A652CDA}"/>
              </a:ext>
            </a:extLst>
          </p:cNvPr>
          <p:cNvGrpSpPr/>
          <p:nvPr userDrawn="1"/>
        </p:nvGrpSpPr>
        <p:grpSpPr>
          <a:xfrm>
            <a:off x="0" y="1144867"/>
            <a:ext cx="12192000" cy="1598333"/>
            <a:chOff x="0" y="1200150"/>
            <a:chExt cx="9144000" cy="274320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6F4AB35-AA0F-420F-B7CD-78A67FEF1F81}"/>
                </a:ext>
              </a:extLst>
            </p:cNvPr>
            <p:cNvCxnSpPr/>
            <p:nvPr/>
          </p:nvCxnSpPr>
          <p:spPr>
            <a:xfrm>
              <a:off x="0" y="1200150"/>
              <a:ext cx="9144000" cy="0"/>
            </a:xfrm>
            <a:prstGeom prst="line">
              <a:avLst/>
            </a:prstGeom>
            <a:ln w="28575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E42FAAA-23C1-42CF-90AC-EC94B3FFD1F2}"/>
                </a:ext>
              </a:extLst>
            </p:cNvPr>
            <p:cNvCxnSpPr/>
            <p:nvPr/>
          </p:nvCxnSpPr>
          <p:spPr>
            <a:xfrm>
              <a:off x="0" y="3943350"/>
              <a:ext cx="9144000" cy="0"/>
            </a:xfrm>
            <a:prstGeom prst="line">
              <a:avLst/>
            </a:prstGeom>
            <a:ln w="28575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1A4D566A-D186-4850-B508-4D560444F7D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590800" y="1221067"/>
            <a:ext cx="9220200" cy="144593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154513" indent="-154513">
              <a:lnSpc>
                <a:spcPct val="100000"/>
              </a:lnSpc>
              <a:spcBef>
                <a:spcPts val="533"/>
              </a:spcBef>
              <a:buClrTx/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  <a:latin typeface="+mn-lt"/>
              </a:defRPr>
            </a:lvl1pPr>
            <a:lvl2pPr marL="455073" indent="-148163">
              <a:lnSpc>
                <a:spcPct val="100000"/>
              </a:lnSpc>
              <a:spcBef>
                <a:spcPts val="267"/>
              </a:spcBef>
              <a:buClrTx/>
              <a:buFont typeface="Arial" panose="020B0604020202020204" pitchFamily="34" charset="0"/>
              <a:buChar char="–"/>
              <a:tabLst/>
              <a:defRPr sz="1400">
                <a:solidFill>
                  <a:schemeClr val="tx2"/>
                </a:solidFill>
                <a:latin typeface="+mn-lt"/>
              </a:defRPr>
            </a:lvl2pPr>
            <a:lvl3pPr marL="455073" indent="-148163">
              <a:lnSpc>
                <a:spcPct val="100000"/>
              </a:lnSpc>
              <a:spcBef>
                <a:spcPts val="400"/>
              </a:spcBef>
              <a:buClrTx/>
              <a:buFont typeface="Arial" panose="020B0604020202020204" pitchFamily="34" charset="0"/>
              <a:buChar char="–"/>
              <a:defRPr sz="1200">
                <a:solidFill>
                  <a:schemeClr val="tx2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9332587A-4AEE-42F8-853F-7DCE38F697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1066800"/>
            <a:ext cx="1752600" cy="1752600"/>
          </a:xfrm>
          <a:prstGeom prst="ellipse">
            <a:avLst/>
          </a:prstGeom>
          <a:gradFill>
            <a:gsLst>
              <a:gs pos="50000">
                <a:schemeClr val="accent3"/>
              </a:gs>
              <a:gs pos="100000">
                <a:schemeClr val="accent4"/>
              </a:gs>
              <a:gs pos="0">
                <a:schemeClr val="accent3">
                  <a:lumMod val="60000"/>
                  <a:lumOff val="40000"/>
                </a:schemeClr>
              </a:gs>
            </a:gsLst>
            <a:lin ang="54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867" baseline="0" dirty="0">
                <a:solidFill>
                  <a:schemeClr val="bg2"/>
                </a:solidFill>
              </a:defRPr>
            </a:lvl1pPr>
          </a:lstStyle>
          <a:p>
            <a:pPr marL="0" lvl="0" indent="0" algn="ctr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606111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iorit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CC9425-06F7-4636-B3C2-23B93D9790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27" y="1524000"/>
            <a:ext cx="12192000" cy="1600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430000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33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7" name="Group 16"/>
          <p:cNvGrpSpPr/>
          <p:nvPr userDrawn="1"/>
        </p:nvGrpSpPr>
        <p:grpSpPr>
          <a:xfrm>
            <a:off x="0" y="1525867"/>
            <a:ext cx="12192000" cy="1598333"/>
            <a:chOff x="0" y="1200150"/>
            <a:chExt cx="9144000" cy="2743200"/>
          </a:xfrm>
        </p:grpSpPr>
        <p:cxnSp>
          <p:nvCxnSpPr>
            <p:cNvPr id="18" name="Straight Connector 17"/>
            <p:cNvCxnSpPr/>
            <p:nvPr/>
          </p:nvCxnSpPr>
          <p:spPr>
            <a:xfrm>
              <a:off x="0" y="1200150"/>
              <a:ext cx="9144000" cy="0"/>
            </a:xfrm>
            <a:prstGeom prst="line">
              <a:avLst/>
            </a:prstGeom>
            <a:ln w="28575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0" y="3943350"/>
              <a:ext cx="9144000" cy="0"/>
            </a:xfrm>
            <a:prstGeom prst="line">
              <a:avLst/>
            </a:prstGeom>
            <a:ln w="28575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Content Placeholder 9"/>
          <p:cNvSpPr>
            <a:spLocks noGrp="1"/>
          </p:cNvSpPr>
          <p:nvPr>
            <p:ph sz="quarter" idx="17"/>
          </p:nvPr>
        </p:nvSpPr>
        <p:spPr>
          <a:xfrm>
            <a:off x="2590800" y="1602067"/>
            <a:ext cx="9220200" cy="144593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154513" indent="-154513">
              <a:lnSpc>
                <a:spcPct val="100000"/>
              </a:lnSpc>
              <a:spcBef>
                <a:spcPts val="533"/>
              </a:spcBef>
              <a:buClrTx/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  <a:latin typeface="+mn-lt"/>
              </a:defRPr>
            </a:lvl1pPr>
            <a:lvl2pPr marL="455073" indent="-148163">
              <a:lnSpc>
                <a:spcPct val="100000"/>
              </a:lnSpc>
              <a:spcBef>
                <a:spcPts val="267"/>
              </a:spcBef>
              <a:buClrTx/>
              <a:buFont typeface="Arial" panose="020B0604020202020204" pitchFamily="34" charset="0"/>
              <a:buChar char="–"/>
              <a:tabLst/>
              <a:defRPr sz="1400">
                <a:solidFill>
                  <a:schemeClr val="tx2"/>
                </a:solidFill>
                <a:latin typeface="+mn-lt"/>
              </a:defRPr>
            </a:lvl2pPr>
            <a:lvl3pPr marL="455073" indent="-148163">
              <a:lnSpc>
                <a:spcPct val="100000"/>
              </a:lnSpc>
              <a:spcBef>
                <a:spcPts val="400"/>
              </a:spcBef>
              <a:buClrTx/>
              <a:buFont typeface="Arial" panose="020B0604020202020204" pitchFamily="34" charset="0"/>
              <a:buChar char="–"/>
              <a:defRPr sz="1200">
                <a:solidFill>
                  <a:schemeClr val="tx2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Subtitle 2"/>
          <p:cNvSpPr>
            <a:spLocks noGrp="1"/>
          </p:cNvSpPr>
          <p:nvPr>
            <p:ph type="subTitle" idx="1"/>
          </p:nvPr>
        </p:nvSpPr>
        <p:spPr>
          <a:xfrm>
            <a:off x="381000" y="1447800"/>
            <a:ext cx="1752600" cy="1752600"/>
          </a:xfrm>
          <a:prstGeom prst="ellipse">
            <a:avLst/>
          </a:prstGeom>
          <a:gradFill>
            <a:gsLst>
              <a:gs pos="50000">
                <a:schemeClr val="accent3"/>
              </a:gs>
              <a:gs pos="100000">
                <a:schemeClr val="accent4"/>
              </a:gs>
              <a:gs pos="0">
                <a:schemeClr val="accent3">
                  <a:lumMod val="60000"/>
                  <a:lumOff val="40000"/>
                </a:schemeClr>
              </a:gs>
            </a:gsLst>
            <a:lin ang="54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867" baseline="0" dirty="0">
                <a:solidFill>
                  <a:schemeClr val="bg2"/>
                </a:solidFill>
              </a:defRPr>
            </a:lvl1pPr>
          </a:lstStyle>
          <a:p>
            <a:pPr marL="0" lvl="0" indent="0" algn="ctr"/>
            <a:r>
              <a:rPr lang="en-US"/>
              <a:t>Click to edit Master subtitle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8"/>
          </p:nvPr>
        </p:nvSpPr>
        <p:spPr>
          <a:xfrm>
            <a:off x="381000" y="914401"/>
            <a:ext cx="11436096" cy="2873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594" indent="-228594">
              <a:buNone/>
              <a:defRPr lang="en-US" sz="1867" dirty="0">
                <a:solidFill>
                  <a:schemeClr val="bg2"/>
                </a:solidFill>
                <a:latin typeface="Arial" panose="020B0604020202020204" pitchFamily="34" charset="0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87338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430000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33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4946A0-9900-4F99-9F02-E58C30C38B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28800" y="1371600"/>
            <a:ext cx="9296400" cy="1220152"/>
          </a:xfrm>
          <a:prstGeom prst="rect">
            <a:avLst/>
          </a:prstGeom>
        </p:spPr>
      </p:pic>
      <p:sp>
        <p:nvSpPr>
          <p:cNvPr id="53" name="Oval 52"/>
          <p:cNvSpPr>
            <a:spLocks noChangeAspect="1"/>
          </p:cNvSpPr>
          <p:nvPr userDrawn="1"/>
        </p:nvSpPr>
        <p:spPr>
          <a:xfrm>
            <a:off x="1143000" y="1373600"/>
            <a:ext cx="1216152" cy="1216152"/>
          </a:xfrm>
          <a:prstGeom prst="ellipse">
            <a:avLst/>
          </a:prstGeom>
          <a:gradFill>
            <a:gsLst>
              <a:gs pos="50000">
                <a:schemeClr val="accent3"/>
              </a:gs>
              <a:gs pos="100000">
                <a:schemeClr val="accent4"/>
              </a:gs>
              <a:gs pos="0">
                <a:schemeClr val="accent3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480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8" name="Content Placeholder 9"/>
          <p:cNvSpPr>
            <a:spLocks noGrp="1"/>
          </p:cNvSpPr>
          <p:nvPr>
            <p:ph sz="quarter" idx="17"/>
          </p:nvPr>
        </p:nvSpPr>
        <p:spPr>
          <a:xfrm>
            <a:off x="2590800" y="1372076"/>
            <a:ext cx="8534400" cy="12192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spcBef>
                <a:spcPts val="533"/>
              </a:spcBef>
              <a:buClrTx/>
              <a:buFont typeface="Arial" panose="020B0604020202020204" pitchFamily="34" charset="0"/>
              <a:buNone/>
              <a:defRPr sz="2400">
                <a:solidFill>
                  <a:schemeClr val="tx2"/>
                </a:solidFill>
                <a:latin typeface="+mn-lt"/>
              </a:defRPr>
            </a:lvl1pPr>
            <a:lvl2pPr marL="455073" indent="-148163">
              <a:lnSpc>
                <a:spcPct val="100000"/>
              </a:lnSpc>
              <a:spcBef>
                <a:spcPts val="267"/>
              </a:spcBef>
              <a:buClrTx/>
              <a:buFont typeface="Arial" panose="020B0604020202020204" pitchFamily="34" charset="0"/>
              <a:buChar char="•"/>
              <a:tabLst/>
              <a:defRPr sz="1867">
                <a:solidFill>
                  <a:schemeClr val="tx2"/>
                </a:solidFill>
                <a:latin typeface="+mn-lt"/>
              </a:defRPr>
            </a:lvl2pPr>
            <a:lvl3pPr marL="455073" indent="-148163">
              <a:lnSpc>
                <a:spcPct val="100000"/>
              </a:lnSpc>
              <a:spcBef>
                <a:spcPts val="400"/>
              </a:spcBef>
              <a:buClrTx/>
              <a:buFont typeface="Arial" panose="020B0604020202020204" pitchFamily="34" charset="0"/>
              <a:buChar char="–"/>
              <a:defRPr sz="1200">
                <a:solidFill>
                  <a:schemeClr val="tx2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A6F1B856-C4E0-44D9-B1C6-E89A79D575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28800" y="2894648"/>
            <a:ext cx="9296400" cy="1220152"/>
          </a:xfrm>
          <a:prstGeom prst="rect">
            <a:avLst/>
          </a:prstGeom>
        </p:spPr>
      </p:pic>
      <p:sp>
        <p:nvSpPr>
          <p:cNvPr id="45" name="Oval 44">
            <a:extLst>
              <a:ext uri="{FF2B5EF4-FFF2-40B4-BE49-F238E27FC236}">
                <a16:creationId xmlns:a16="http://schemas.microsoft.com/office/drawing/2014/main" id="{6DF87A3A-2455-4908-8A98-EA026C97A8A3}"/>
              </a:ext>
            </a:extLst>
          </p:cNvPr>
          <p:cNvSpPr>
            <a:spLocks noChangeAspect="1"/>
          </p:cNvSpPr>
          <p:nvPr userDrawn="1"/>
        </p:nvSpPr>
        <p:spPr>
          <a:xfrm>
            <a:off x="1143000" y="2896648"/>
            <a:ext cx="1216152" cy="1216152"/>
          </a:xfrm>
          <a:prstGeom prst="ellipse">
            <a:avLst/>
          </a:prstGeom>
          <a:gradFill>
            <a:gsLst>
              <a:gs pos="50000">
                <a:schemeClr val="accent3"/>
              </a:gs>
              <a:gs pos="100000">
                <a:schemeClr val="accent4"/>
              </a:gs>
              <a:gs pos="0">
                <a:schemeClr val="accent3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4800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52" name="Content Placeholder 9">
            <a:extLst>
              <a:ext uri="{FF2B5EF4-FFF2-40B4-BE49-F238E27FC236}">
                <a16:creationId xmlns:a16="http://schemas.microsoft.com/office/drawing/2014/main" id="{889D1083-1BD7-4414-BCB3-D51733A463F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2590800" y="2895124"/>
            <a:ext cx="8534400" cy="12192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spcBef>
                <a:spcPts val="533"/>
              </a:spcBef>
              <a:buClrTx/>
              <a:buFont typeface="Arial" panose="020B0604020202020204" pitchFamily="34" charset="0"/>
              <a:buNone/>
              <a:defRPr sz="2400">
                <a:solidFill>
                  <a:schemeClr val="tx2"/>
                </a:solidFill>
                <a:latin typeface="+mn-lt"/>
              </a:defRPr>
            </a:lvl1pPr>
            <a:lvl2pPr marL="455073" indent="-148163">
              <a:lnSpc>
                <a:spcPct val="100000"/>
              </a:lnSpc>
              <a:spcBef>
                <a:spcPts val="267"/>
              </a:spcBef>
              <a:buClrTx/>
              <a:buFont typeface="Arial" panose="020B0604020202020204" pitchFamily="34" charset="0"/>
              <a:buChar char="•"/>
              <a:tabLst/>
              <a:defRPr sz="1867">
                <a:solidFill>
                  <a:schemeClr val="tx2"/>
                </a:solidFill>
                <a:latin typeface="+mn-lt"/>
              </a:defRPr>
            </a:lvl2pPr>
            <a:lvl3pPr marL="455073" indent="-148163">
              <a:lnSpc>
                <a:spcPct val="100000"/>
              </a:lnSpc>
              <a:spcBef>
                <a:spcPts val="400"/>
              </a:spcBef>
              <a:buClrTx/>
              <a:buFont typeface="Arial" panose="020B0604020202020204" pitchFamily="34" charset="0"/>
              <a:buChar char="–"/>
              <a:defRPr sz="1200">
                <a:solidFill>
                  <a:schemeClr val="tx2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74E0421D-AC89-4A7C-B6B0-2826634D02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28800" y="4418648"/>
            <a:ext cx="9296400" cy="1220152"/>
          </a:xfrm>
          <a:prstGeom prst="rect">
            <a:avLst/>
          </a:prstGeom>
        </p:spPr>
      </p:pic>
      <p:sp>
        <p:nvSpPr>
          <p:cNvPr id="58" name="Oval 57">
            <a:extLst>
              <a:ext uri="{FF2B5EF4-FFF2-40B4-BE49-F238E27FC236}">
                <a16:creationId xmlns:a16="http://schemas.microsoft.com/office/drawing/2014/main" id="{E9E156D1-8A25-4CD8-8C29-6D8CDBC9FD67}"/>
              </a:ext>
            </a:extLst>
          </p:cNvPr>
          <p:cNvSpPr>
            <a:spLocks noChangeAspect="1"/>
          </p:cNvSpPr>
          <p:nvPr userDrawn="1"/>
        </p:nvSpPr>
        <p:spPr>
          <a:xfrm>
            <a:off x="1143000" y="4420648"/>
            <a:ext cx="1216152" cy="1216152"/>
          </a:xfrm>
          <a:prstGeom prst="ellipse">
            <a:avLst/>
          </a:prstGeom>
          <a:gradFill>
            <a:gsLst>
              <a:gs pos="50000">
                <a:schemeClr val="accent3"/>
              </a:gs>
              <a:gs pos="100000">
                <a:schemeClr val="accent4"/>
              </a:gs>
              <a:gs pos="0">
                <a:schemeClr val="accent3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4800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59" name="Content Placeholder 9">
            <a:extLst>
              <a:ext uri="{FF2B5EF4-FFF2-40B4-BE49-F238E27FC236}">
                <a16:creationId xmlns:a16="http://schemas.microsoft.com/office/drawing/2014/main" id="{D67C4B42-9AEF-4553-836F-730C9CF32F3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2590800" y="4419124"/>
            <a:ext cx="8534400" cy="12192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spcBef>
                <a:spcPts val="533"/>
              </a:spcBef>
              <a:buClrTx/>
              <a:buFont typeface="Arial" panose="020B0604020202020204" pitchFamily="34" charset="0"/>
              <a:buNone/>
              <a:defRPr sz="2400">
                <a:solidFill>
                  <a:schemeClr val="tx2"/>
                </a:solidFill>
                <a:latin typeface="+mn-lt"/>
              </a:defRPr>
            </a:lvl1pPr>
            <a:lvl2pPr marL="455073" indent="-148163">
              <a:lnSpc>
                <a:spcPct val="100000"/>
              </a:lnSpc>
              <a:spcBef>
                <a:spcPts val="267"/>
              </a:spcBef>
              <a:buClrTx/>
              <a:buFont typeface="Arial" panose="020B0604020202020204" pitchFamily="34" charset="0"/>
              <a:buChar char="•"/>
              <a:tabLst/>
              <a:defRPr sz="1867">
                <a:solidFill>
                  <a:schemeClr val="tx2"/>
                </a:solidFill>
                <a:latin typeface="+mn-lt"/>
              </a:defRPr>
            </a:lvl2pPr>
            <a:lvl3pPr marL="455073" indent="-148163">
              <a:lnSpc>
                <a:spcPct val="100000"/>
              </a:lnSpc>
              <a:spcBef>
                <a:spcPts val="400"/>
              </a:spcBef>
              <a:buClrTx/>
              <a:buFont typeface="Arial" panose="020B0604020202020204" pitchFamily="34" charset="0"/>
              <a:buChar char="–"/>
              <a:defRPr sz="1200">
                <a:solidFill>
                  <a:schemeClr val="tx2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8268211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de ba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EF3E55-864D-4CDA-8A34-87C140618C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3657600" cy="6858000"/>
          </a:xfrm>
          <a:prstGeom prst="rect">
            <a:avLst/>
          </a:prstGeom>
        </p:spPr>
      </p:pic>
      <p:sp>
        <p:nvSpPr>
          <p:cNvPr id="6" name="MSIPCMContentMarking" descr="{&quot;HashCode&quot;:2022351338,&quot;Placement&quot;:&quot;Footer&quot;}">
            <a:extLst>
              <a:ext uri="{FF2B5EF4-FFF2-40B4-BE49-F238E27FC236}">
                <a16:creationId xmlns:a16="http://schemas.microsoft.com/office/drawing/2014/main" id="{BE5B0945-2870-43B4-A5DA-01C08D69B36A}"/>
              </a:ext>
            </a:extLst>
          </p:cNvPr>
          <p:cNvSpPr txBox="1"/>
          <p:nvPr userDrawn="1"/>
        </p:nvSpPr>
        <p:spPr>
          <a:xfrm>
            <a:off x="0" y="6667123"/>
            <a:ext cx="1371712" cy="12311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>
                <a:solidFill>
                  <a:srgbClr val="7F7F7F"/>
                </a:solidFill>
                <a:latin typeface="Calibri" panose="020F0502020204030204" pitchFamily="34" charset="0"/>
              </a:rPr>
              <a:t>Internal Use - Confidential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F8D389B-B336-4554-9ECA-CB06E1B44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381001"/>
            <a:ext cx="2946400" cy="155119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defRPr sz="3733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278211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728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eference 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9961" y="1"/>
            <a:ext cx="12192000" cy="28152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457201"/>
            <a:ext cx="4343400" cy="1034129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sz="3733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0" y="2819400"/>
            <a:ext cx="12192000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3"/>
          <p:cNvSpPr>
            <a:spLocks noGrp="1"/>
          </p:cNvSpPr>
          <p:nvPr>
            <p:ph sz="quarter" idx="18"/>
          </p:nvPr>
        </p:nvSpPr>
        <p:spPr>
          <a:xfrm>
            <a:off x="381000" y="1676401"/>
            <a:ext cx="4343400" cy="2873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en-US" sz="1867" dirty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328278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columns 3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649" y="304800"/>
            <a:ext cx="11436351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733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6" name="Content Placeholder 9"/>
          <p:cNvSpPr>
            <a:spLocks noGrp="1"/>
          </p:cNvSpPr>
          <p:nvPr userDrawn="1">
            <p:ph sz="quarter" idx="13"/>
          </p:nvPr>
        </p:nvSpPr>
        <p:spPr>
          <a:xfrm>
            <a:off x="382325" y="1143000"/>
            <a:ext cx="5408875" cy="2819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buNone/>
              <a:defRPr sz="2400">
                <a:solidFill>
                  <a:schemeClr val="bg1"/>
                </a:solidFill>
                <a:latin typeface="+mn-lt"/>
              </a:defRPr>
            </a:lvl1pPr>
            <a:lvl2pPr marL="230712" indent="-230712">
              <a:lnSpc>
                <a:spcPct val="100000"/>
              </a:lnSpc>
              <a:spcBef>
                <a:spcPts val="8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133">
                <a:solidFill>
                  <a:schemeClr val="bg2"/>
                </a:solidFill>
                <a:latin typeface="+mn-lt"/>
              </a:defRPr>
            </a:lvl2pPr>
            <a:lvl3pPr marL="613818" indent="-226478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600">
                <a:solidFill>
                  <a:schemeClr val="bg2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6400800" y="1143000"/>
            <a:ext cx="5408875" cy="2819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buNone/>
              <a:defRPr sz="2400">
                <a:solidFill>
                  <a:schemeClr val="bg1"/>
                </a:solidFill>
                <a:latin typeface="+mn-lt"/>
              </a:defRPr>
            </a:lvl1pPr>
            <a:lvl2pPr marL="230712" indent="-230712">
              <a:lnSpc>
                <a:spcPct val="100000"/>
              </a:lnSpc>
              <a:spcBef>
                <a:spcPts val="8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133">
                <a:solidFill>
                  <a:schemeClr val="bg2"/>
                </a:solidFill>
                <a:latin typeface="+mn-lt"/>
              </a:defRPr>
            </a:lvl2pPr>
            <a:lvl3pPr marL="613818" indent="-226478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600">
                <a:solidFill>
                  <a:schemeClr val="bg2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Rectangle 19"/>
          <p:cNvSpPr/>
          <p:nvPr userDrawn="1"/>
        </p:nvSpPr>
        <p:spPr>
          <a:xfrm>
            <a:off x="381000" y="4114800"/>
            <a:ext cx="11430000" cy="21336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>
              <a:solidFill>
                <a:schemeClr val="bg2"/>
              </a:solidFill>
            </a:endParaRPr>
          </a:p>
        </p:txBody>
      </p:sp>
      <p:sp>
        <p:nvSpPr>
          <p:cNvPr id="22" name="Content Placeholder 9"/>
          <p:cNvSpPr>
            <a:spLocks noGrp="1"/>
          </p:cNvSpPr>
          <p:nvPr>
            <p:ph sz="quarter" idx="15"/>
          </p:nvPr>
        </p:nvSpPr>
        <p:spPr>
          <a:xfrm>
            <a:off x="533400" y="4267200"/>
            <a:ext cx="2057400" cy="18288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buNone/>
              <a:defRPr sz="2400">
                <a:solidFill>
                  <a:schemeClr val="bg1"/>
                </a:solidFill>
                <a:latin typeface="+mn-lt"/>
              </a:defRPr>
            </a:lvl1pPr>
            <a:lvl2pPr marL="230712" indent="-230712">
              <a:lnSpc>
                <a:spcPct val="100000"/>
              </a:lnSpc>
              <a:spcBef>
                <a:spcPts val="8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133">
                <a:solidFill>
                  <a:schemeClr val="bg2"/>
                </a:solidFill>
                <a:latin typeface="+mn-lt"/>
              </a:defRPr>
            </a:lvl2pPr>
            <a:lvl3pPr marL="613818" indent="-226478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600">
                <a:solidFill>
                  <a:schemeClr val="bg2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6" name="Chart Placeholder 5"/>
          <p:cNvSpPr>
            <a:spLocks noGrp="1"/>
          </p:cNvSpPr>
          <p:nvPr>
            <p:ph type="chart" sz="quarter" idx="16"/>
          </p:nvPr>
        </p:nvSpPr>
        <p:spPr>
          <a:xfrm>
            <a:off x="2819400" y="4267200"/>
            <a:ext cx="2743200" cy="18288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ctr">
              <a:buNone/>
              <a:defRPr sz="16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Chart Placeholder 5"/>
          <p:cNvSpPr>
            <a:spLocks noGrp="1"/>
          </p:cNvSpPr>
          <p:nvPr>
            <p:ph type="chart" sz="quarter" idx="17"/>
          </p:nvPr>
        </p:nvSpPr>
        <p:spPr>
          <a:xfrm>
            <a:off x="5867400" y="4267200"/>
            <a:ext cx="2743200" cy="18288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ctr">
              <a:buNone/>
              <a:defRPr sz="16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24" name="Chart Placeholder 5"/>
          <p:cNvSpPr>
            <a:spLocks noGrp="1"/>
          </p:cNvSpPr>
          <p:nvPr>
            <p:ph type="chart" sz="quarter" idx="18"/>
          </p:nvPr>
        </p:nvSpPr>
        <p:spPr>
          <a:xfrm>
            <a:off x="8915400" y="4267200"/>
            <a:ext cx="2743200" cy="18288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ctr">
              <a:buNone/>
              <a:defRPr sz="16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2032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72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oducts bkgd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430000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33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914400"/>
            <a:ext cx="11430000" cy="2872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Content Placeholder 9"/>
          <p:cNvSpPr>
            <a:spLocks noGrp="1"/>
          </p:cNvSpPr>
          <p:nvPr>
            <p:ph sz="quarter" idx="12"/>
          </p:nvPr>
        </p:nvSpPr>
        <p:spPr>
          <a:xfrm>
            <a:off x="6096000" y="1600200"/>
            <a:ext cx="5715000" cy="441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600"/>
              </a:spcBef>
              <a:buClrTx/>
              <a:buNone/>
              <a:defRPr sz="2400">
                <a:solidFill>
                  <a:schemeClr val="tx2"/>
                </a:solidFill>
              </a:defRPr>
            </a:lvl1pPr>
            <a:lvl2pPr marL="228594" indent="-228594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•"/>
              <a:defRPr sz="1867">
                <a:solidFill>
                  <a:schemeClr val="tx2"/>
                </a:solidFill>
              </a:defRPr>
            </a:lvl2pPr>
            <a:lvl3pPr marL="609585" indent="-228594">
              <a:lnSpc>
                <a:spcPct val="100000"/>
              </a:lnSpc>
              <a:spcBef>
                <a:spcPts val="400"/>
              </a:spcBef>
              <a:buClrTx/>
              <a:buFont typeface="Arial" panose="020B0604020202020204" pitchFamily="34" charset="0"/>
              <a:buChar char="–"/>
              <a:defRPr sz="1467">
                <a:solidFill>
                  <a:schemeClr val="tx2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7" name="Picture Placeholder 16"/>
          <p:cNvSpPr>
            <a:spLocks noGrp="1"/>
          </p:cNvSpPr>
          <p:nvPr>
            <p:ph type="pic" sz="quarter" idx="17"/>
          </p:nvPr>
        </p:nvSpPr>
        <p:spPr>
          <a:xfrm>
            <a:off x="381000" y="1600200"/>
            <a:ext cx="5257800" cy="44196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6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040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oducts bkgd 2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430000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33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914400"/>
            <a:ext cx="11430000" cy="2872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Content Placeholder 9"/>
          <p:cNvSpPr>
            <a:spLocks noGrp="1"/>
          </p:cNvSpPr>
          <p:nvPr>
            <p:ph sz="quarter" idx="12"/>
          </p:nvPr>
        </p:nvSpPr>
        <p:spPr>
          <a:xfrm>
            <a:off x="381000" y="1600200"/>
            <a:ext cx="5715000" cy="2971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600"/>
              </a:spcBef>
              <a:buClrTx/>
              <a:buNone/>
              <a:defRPr sz="2400">
                <a:solidFill>
                  <a:schemeClr val="tx2"/>
                </a:solidFill>
              </a:defRPr>
            </a:lvl1pPr>
            <a:lvl2pPr marL="228594" indent="-228594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•"/>
              <a:defRPr sz="1867">
                <a:solidFill>
                  <a:schemeClr val="tx2"/>
                </a:solidFill>
              </a:defRPr>
            </a:lvl2pPr>
            <a:lvl3pPr marL="609585" indent="-228594">
              <a:lnSpc>
                <a:spcPct val="100000"/>
              </a:lnSpc>
              <a:spcBef>
                <a:spcPts val="400"/>
              </a:spcBef>
              <a:buClrTx/>
              <a:buFont typeface="Arial" panose="020B0604020202020204" pitchFamily="34" charset="0"/>
              <a:buChar char="–"/>
              <a:defRPr sz="1467">
                <a:solidFill>
                  <a:schemeClr val="tx2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3" name="Content Placeholder 9"/>
          <p:cNvSpPr>
            <a:spLocks noGrp="1"/>
          </p:cNvSpPr>
          <p:nvPr>
            <p:ph sz="quarter" idx="13"/>
          </p:nvPr>
        </p:nvSpPr>
        <p:spPr>
          <a:xfrm>
            <a:off x="8305800" y="4876800"/>
            <a:ext cx="3505200" cy="1447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400"/>
              </a:spcBef>
              <a:buClrTx/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spcBef>
                <a:spcPts val="400"/>
              </a:spcBef>
              <a:buClrTx/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2pPr>
            <a:lvl3pPr marL="380990" indent="0">
              <a:lnSpc>
                <a:spcPct val="100000"/>
              </a:lnSpc>
              <a:spcBef>
                <a:spcPts val="400"/>
              </a:spcBef>
              <a:buClrTx/>
              <a:buFont typeface="Arial" panose="020B0604020202020204" pitchFamily="34" charset="0"/>
              <a:buNone/>
              <a:defRPr sz="1467">
                <a:solidFill>
                  <a:schemeClr val="tx2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Content Placeholder 9"/>
          <p:cNvSpPr>
            <a:spLocks noGrp="1"/>
          </p:cNvSpPr>
          <p:nvPr>
            <p:ph sz="quarter" idx="14"/>
          </p:nvPr>
        </p:nvSpPr>
        <p:spPr>
          <a:xfrm>
            <a:off x="4343400" y="4876800"/>
            <a:ext cx="3505200" cy="1447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400"/>
              </a:spcBef>
              <a:buClrTx/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spcBef>
                <a:spcPts val="400"/>
              </a:spcBef>
              <a:buClrTx/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2pPr>
            <a:lvl3pPr marL="380990" indent="0">
              <a:lnSpc>
                <a:spcPct val="100000"/>
              </a:lnSpc>
              <a:spcBef>
                <a:spcPts val="400"/>
              </a:spcBef>
              <a:buClrTx/>
              <a:buFont typeface="Arial" panose="020B0604020202020204" pitchFamily="34" charset="0"/>
              <a:buNone/>
              <a:defRPr sz="1467">
                <a:solidFill>
                  <a:schemeClr val="tx2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Content Placeholder 9"/>
          <p:cNvSpPr>
            <a:spLocks noGrp="1"/>
          </p:cNvSpPr>
          <p:nvPr>
            <p:ph sz="quarter" idx="15"/>
          </p:nvPr>
        </p:nvSpPr>
        <p:spPr>
          <a:xfrm>
            <a:off x="381000" y="4876800"/>
            <a:ext cx="3505200" cy="1447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400"/>
              </a:spcBef>
              <a:buClrTx/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spcBef>
                <a:spcPts val="400"/>
              </a:spcBef>
              <a:buClrTx/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2pPr>
            <a:lvl3pPr marL="380990" indent="0">
              <a:lnSpc>
                <a:spcPct val="100000"/>
              </a:lnSpc>
              <a:spcBef>
                <a:spcPts val="400"/>
              </a:spcBef>
              <a:buClrTx/>
              <a:buFont typeface="Arial" panose="020B0604020202020204" pitchFamily="34" charset="0"/>
              <a:buNone/>
              <a:defRPr sz="1467">
                <a:solidFill>
                  <a:schemeClr val="tx2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cxnSp>
        <p:nvCxnSpPr>
          <p:cNvPr id="16" name="Straight Connector 15"/>
          <p:cNvCxnSpPr/>
          <p:nvPr userDrawn="1"/>
        </p:nvCxnSpPr>
        <p:spPr>
          <a:xfrm>
            <a:off x="381000" y="4800600"/>
            <a:ext cx="3505200" cy="0"/>
          </a:xfrm>
          <a:prstGeom prst="line">
            <a:avLst/>
          </a:prstGeom>
          <a:ln w="63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 userDrawn="1"/>
        </p:nvCxnSpPr>
        <p:spPr>
          <a:xfrm>
            <a:off x="4343400" y="4800600"/>
            <a:ext cx="3505200" cy="0"/>
          </a:xfrm>
          <a:prstGeom prst="line">
            <a:avLst/>
          </a:prstGeom>
          <a:ln w="63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 userDrawn="1"/>
        </p:nvCxnSpPr>
        <p:spPr>
          <a:xfrm>
            <a:off x="8305800" y="4800600"/>
            <a:ext cx="3505200" cy="0"/>
          </a:xfrm>
          <a:prstGeom prst="line">
            <a:avLst/>
          </a:prstGeom>
          <a:ln w="63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cture Placeholder 16"/>
          <p:cNvSpPr>
            <a:spLocks noGrp="1"/>
          </p:cNvSpPr>
          <p:nvPr>
            <p:ph type="pic" sz="quarter" idx="17"/>
          </p:nvPr>
        </p:nvSpPr>
        <p:spPr>
          <a:xfrm>
            <a:off x="6553200" y="1600200"/>
            <a:ext cx="5257800" cy="29718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6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4768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oducts bkgd 3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430000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33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914400"/>
            <a:ext cx="11430000" cy="2872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Content Placeholder 9"/>
          <p:cNvSpPr>
            <a:spLocks noGrp="1"/>
          </p:cNvSpPr>
          <p:nvPr>
            <p:ph sz="quarter" idx="13"/>
          </p:nvPr>
        </p:nvSpPr>
        <p:spPr>
          <a:xfrm>
            <a:off x="6248400" y="3352800"/>
            <a:ext cx="2590800" cy="2895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400"/>
              </a:spcBef>
              <a:buClrTx/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</a:defRPr>
            </a:lvl1pPr>
            <a:lvl2pPr marL="152396" indent="-152396">
              <a:lnSpc>
                <a:spcPct val="100000"/>
              </a:lnSpc>
              <a:spcBef>
                <a:spcPts val="400"/>
              </a:spcBef>
              <a:buClrTx/>
              <a:buFont typeface="Arial" panose="020B0604020202020204" pitchFamily="34" charset="0"/>
              <a:buChar char="•"/>
              <a:defRPr sz="1200">
                <a:solidFill>
                  <a:schemeClr val="tx2"/>
                </a:solidFill>
              </a:defRPr>
            </a:lvl2pPr>
            <a:lvl3pPr marL="380990" indent="0">
              <a:lnSpc>
                <a:spcPct val="100000"/>
              </a:lnSpc>
              <a:spcBef>
                <a:spcPts val="400"/>
              </a:spcBef>
              <a:buClrTx/>
              <a:buFont typeface="Arial" panose="020B0604020202020204" pitchFamily="34" charset="0"/>
              <a:buNone/>
              <a:defRPr sz="1467">
                <a:solidFill>
                  <a:schemeClr val="tx2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Content Placeholder 9"/>
          <p:cNvSpPr>
            <a:spLocks noGrp="1"/>
          </p:cNvSpPr>
          <p:nvPr>
            <p:ph sz="quarter" idx="14"/>
          </p:nvPr>
        </p:nvSpPr>
        <p:spPr>
          <a:xfrm>
            <a:off x="3352800" y="3352800"/>
            <a:ext cx="2590800" cy="2895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400"/>
              </a:spcBef>
              <a:buClrTx/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</a:defRPr>
            </a:lvl1pPr>
            <a:lvl2pPr marL="152396" indent="-152396">
              <a:lnSpc>
                <a:spcPct val="100000"/>
              </a:lnSpc>
              <a:spcBef>
                <a:spcPts val="400"/>
              </a:spcBef>
              <a:buClrTx/>
              <a:buFont typeface="Arial" panose="020B0604020202020204" pitchFamily="34" charset="0"/>
              <a:buChar char="•"/>
              <a:defRPr sz="1200">
                <a:solidFill>
                  <a:schemeClr val="tx2"/>
                </a:solidFill>
              </a:defRPr>
            </a:lvl2pPr>
            <a:lvl3pPr marL="380990" indent="0">
              <a:lnSpc>
                <a:spcPct val="100000"/>
              </a:lnSpc>
              <a:spcBef>
                <a:spcPts val="400"/>
              </a:spcBef>
              <a:buClrTx/>
              <a:buFont typeface="Arial" panose="020B0604020202020204" pitchFamily="34" charset="0"/>
              <a:buNone/>
              <a:defRPr sz="1467">
                <a:solidFill>
                  <a:schemeClr val="tx2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Content Placeholder 9"/>
          <p:cNvSpPr>
            <a:spLocks noGrp="1"/>
          </p:cNvSpPr>
          <p:nvPr>
            <p:ph sz="quarter" idx="15"/>
          </p:nvPr>
        </p:nvSpPr>
        <p:spPr>
          <a:xfrm>
            <a:off x="381000" y="3352800"/>
            <a:ext cx="2590800" cy="2895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400"/>
              </a:spcBef>
              <a:buClrTx/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</a:defRPr>
            </a:lvl1pPr>
            <a:lvl2pPr marL="152396" indent="-152396">
              <a:lnSpc>
                <a:spcPct val="100000"/>
              </a:lnSpc>
              <a:spcBef>
                <a:spcPts val="400"/>
              </a:spcBef>
              <a:buClrTx/>
              <a:buFont typeface="Arial" panose="020B0604020202020204" pitchFamily="34" charset="0"/>
              <a:buChar char="•"/>
              <a:defRPr sz="1200">
                <a:solidFill>
                  <a:schemeClr val="tx2"/>
                </a:solidFill>
              </a:defRPr>
            </a:lvl2pPr>
            <a:lvl3pPr marL="380990" indent="0">
              <a:lnSpc>
                <a:spcPct val="100000"/>
              </a:lnSpc>
              <a:spcBef>
                <a:spcPts val="400"/>
              </a:spcBef>
              <a:buClrTx/>
              <a:buFont typeface="Arial" panose="020B0604020202020204" pitchFamily="34" charset="0"/>
              <a:buNone/>
              <a:defRPr sz="1467">
                <a:solidFill>
                  <a:schemeClr val="tx2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cxnSp>
        <p:nvCxnSpPr>
          <p:cNvPr id="16" name="Straight Connector 15"/>
          <p:cNvCxnSpPr/>
          <p:nvPr userDrawn="1"/>
        </p:nvCxnSpPr>
        <p:spPr>
          <a:xfrm>
            <a:off x="381000" y="3276600"/>
            <a:ext cx="2590800" cy="0"/>
          </a:xfrm>
          <a:prstGeom prst="line">
            <a:avLst/>
          </a:prstGeom>
          <a:ln w="63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 userDrawn="1"/>
        </p:nvCxnSpPr>
        <p:spPr>
          <a:xfrm>
            <a:off x="3352800" y="3276600"/>
            <a:ext cx="2590800" cy="0"/>
          </a:xfrm>
          <a:prstGeom prst="line">
            <a:avLst/>
          </a:prstGeom>
          <a:ln w="63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 userDrawn="1"/>
        </p:nvCxnSpPr>
        <p:spPr>
          <a:xfrm>
            <a:off x="6248400" y="3276600"/>
            <a:ext cx="2590800" cy="0"/>
          </a:xfrm>
          <a:prstGeom prst="line">
            <a:avLst/>
          </a:prstGeom>
          <a:ln w="63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ntent Placeholder 9"/>
          <p:cNvSpPr>
            <a:spLocks noGrp="1"/>
          </p:cNvSpPr>
          <p:nvPr>
            <p:ph sz="quarter" idx="16"/>
          </p:nvPr>
        </p:nvSpPr>
        <p:spPr>
          <a:xfrm>
            <a:off x="9220200" y="3352800"/>
            <a:ext cx="2590800" cy="2895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400"/>
              </a:spcBef>
              <a:buClrTx/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</a:defRPr>
            </a:lvl1pPr>
            <a:lvl2pPr marL="152396" indent="-152396">
              <a:lnSpc>
                <a:spcPct val="100000"/>
              </a:lnSpc>
              <a:spcBef>
                <a:spcPts val="400"/>
              </a:spcBef>
              <a:buClrTx/>
              <a:buFont typeface="Arial" panose="020B0604020202020204" pitchFamily="34" charset="0"/>
              <a:buChar char="•"/>
              <a:defRPr sz="1200">
                <a:solidFill>
                  <a:schemeClr val="tx2"/>
                </a:solidFill>
              </a:defRPr>
            </a:lvl2pPr>
            <a:lvl3pPr marL="380990" indent="0">
              <a:lnSpc>
                <a:spcPct val="100000"/>
              </a:lnSpc>
              <a:spcBef>
                <a:spcPts val="400"/>
              </a:spcBef>
              <a:buClrTx/>
              <a:buFont typeface="Arial" panose="020B0604020202020204" pitchFamily="34" charset="0"/>
              <a:buNone/>
              <a:defRPr sz="1467">
                <a:solidFill>
                  <a:schemeClr val="tx2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9220200" y="3276600"/>
            <a:ext cx="2590800" cy="0"/>
          </a:xfrm>
          <a:prstGeom prst="line">
            <a:avLst/>
          </a:prstGeom>
          <a:ln w="63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21" name="Picture Placeholder 16"/>
          <p:cNvSpPr>
            <a:spLocks noGrp="1"/>
          </p:cNvSpPr>
          <p:nvPr>
            <p:ph type="pic" sz="quarter" idx="19"/>
          </p:nvPr>
        </p:nvSpPr>
        <p:spPr>
          <a:xfrm>
            <a:off x="381000" y="1447800"/>
            <a:ext cx="2590800" cy="16764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600"/>
            </a:lvl1pPr>
          </a:lstStyle>
          <a:p>
            <a:endParaRPr lang="en-US"/>
          </a:p>
        </p:txBody>
      </p:sp>
      <p:sp>
        <p:nvSpPr>
          <p:cNvPr id="22" name="Picture Placeholder 16"/>
          <p:cNvSpPr>
            <a:spLocks noGrp="1"/>
          </p:cNvSpPr>
          <p:nvPr>
            <p:ph type="pic" sz="quarter" idx="20"/>
          </p:nvPr>
        </p:nvSpPr>
        <p:spPr>
          <a:xfrm>
            <a:off x="3352800" y="1447800"/>
            <a:ext cx="2590800" cy="16764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600"/>
            </a:lvl1pPr>
          </a:lstStyle>
          <a:p>
            <a:endParaRPr lang="en-US"/>
          </a:p>
        </p:txBody>
      </p:sp>
      <p:sp>
        <p:nvSpPr>
          <p:cNvPr id="23" name="Picture Placeholder 16"/>
          <p:cNvSpPr>
            <a:spLocks noGrp="1"/>
          </p:cNvSpPr>
          <p:nvPr>
            <p:ph type="pic" sz="quarter" idx="21"/>
          </p:nvPr>
        </p:nvSpPr>
        <p:spPr>
          <a:xfrm>
            <a:off x="6248400" y="1447800"/>
            <a:ext cx="2590800" cy="16764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600"/>
            </a:lvl1pPr>
          </a:lstStyle>
          <a:p>
            <a:endParaRPr lang="en-US"/>
          </a:p>
        </p:txBody>
      </p:sp>
      <p:sp>
        <p:nvSpPr>
          <p:cNvPr id="24" name="Picture Placeholder 16"/>
          <p:cNvSpPr>
            <a:spLocks noGrp="1"/>
          </p:cNvSpPr>
          <p:nvPr>
            <p:ph type="pic" sz="quarter" idx="22"/>
          </p:nvPr>
        </p:nvSpPr>
        <p:spPr>
          <a:xfrm>
            <a:off x="9144000" y="1447800"/>
            <a:ext cx="2590800" cy="16764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6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4249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oducts bkgd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0957" y="1298887"/>
            <a:ext cx="12187076" cy="2430432"/>
          </a:xfrm>
          <a:prstGeom prst="rect">
            <a:avLst/>
          </a:prstGeom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430000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33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914400"/>
            <a:ext cx="11430000" cy="2872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Content Placeholder 9"/>
          <p:cNvSpPr>
            <a:spLocks noGrp="1"/>
          </p:cNvSpPr>
          <p:nvPr>
            <p:ph sz="quarter" idx="15"/>
          </p:nvPr>
        </p:nvSpPr>
        <p:spPr>
          <a:xfrm>
            <a:off x="533400" y="4038600"/>
            <a:ext cx="2438400" cy="2209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808080"/>
              </a:buClr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808080"/>
              </a:buClr>
              <a:buFont typeface="Arial" panose="020B0604020202020204" pitchFamily="34" charset="0"/>
              <a:buNone/>
              <a:defRPr sz="1400">
                <a:solidFill>
                  <a:schemeClr val="bg2"/>
                </a:solidFill>
              </a:defRPr>
            </a:lvl2pPr>
            <a:lvl3pPr marL="152396" indent="-152396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16" name="Straight Connector 15"/>
          <p:cNvCxnSpPr/>
          <p:nvPr userDrawn="1"/>
        </p:nvCxnSpPr>
        <p:spPr>
          <a:xfrm rot="5400000">
            <a:off x="-863669" y="5013960"/>
            <a:ext cx="2560320" cy="0"/>
          </a:xfrm>
          <a:prstGeom prst="line">
            <a:avLst/>
          </a:prstGeom>
          <a:ln w="6350">
            <a:solidFill>
              <a:schemeClr val="accent3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 userDrawn="1"/>
        </p:nvCxnSpPr>
        <p:spPr>
          <a:xfrm rot="5400000">
            <a:off x="2108131" y="5013960"/>
            <a:ext cx="2560320" cy="0"/>
          </a:xfrm>
          <a:prstGeom prst="line">
            <a:avLst/>
          </a:prstGeom>
          <a:ln w="6350">
            <a:solidFill>
              <a:schemeClr val="accent3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 userDrawn="1"/>
        </p:nvCxnSpPr>
        <p:spPr>
          <a:xfrm rot="5400000">
            <a:off x="4968240" y="5013960"/>
            <a:ext cx="2560320" cy="0"/>
          </a:xfrm>
          <a:prstGeom prst="line">
            <a:avLst/>
          </a:prstGeom>
          <a:ln w="6350">
            <a:solidFill>
              <a:schemeClr val="accent3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 userDrawn="1"/>
        </p:nvCxnSpPr>
        <p:spPr>
          <a:xfrm rot="5400000">
            <a:off x="7940040" y="5013960"/>
            <a:ext cx="2560320" cy="0"/>
          </a:xfrm>
          <a:prstGeom prst="line">
            <a:avLst/>
          </a:prstGeom>
          <a:ln w="6350">
            <a:solidFill>
              <a:schemeClr val="accent3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Placeholder 9"/>
          <p:cNvSpPr>
            <a:spLocks noGrp="1"/>
          </p:cNvSpPr>
          <p:nvPr>
            <p:ph sz="quarter" idx="12"/>
          </p:nvPr>
        </p:nvSpPr>
        <p:spPr>
          <a:xfrm>
            <a:off x="6248400" y="1600200"/>
            <a:ext cx="5562600" cy="18288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spcBef>
                <a:spcPts val="1600"/>
              </a:spcBef>
              <a:buClrTx/>
              <a:buNone/>
              <a:defRPr sz="2400">
                <a:solidFill>
                  <a:schemeClr val="tx2"/>
                </a:solidFill>
              </a:defRPr>
            </a:lvl1pPr>
            <a:lvl2pPr marL="228594" indent="-228594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•"/>
              <a:defRPr sz="1867">
                <a:solidFill>
                  <a:schemeClr val="tx2"/>
                </a:solidFill>
              </a:defRPr>
            </a:lvl2pPr>
            <a:lvl3pPr marL="609585" indent="-228594">
              <a:lnSpc>
                <a:spcPct val="100000"/>
              </a:lnSpc>
              <a:spcBef>
                <a:spcPts val="400"/>
              </a:spcBef>
              <a:buClrTx/>
              <a:buFont typeface="Arial" panose="020B0604020202020204" pitchFamily="34" charset="0"/>
              <a:buChar char="–"/>
              <a:defRPr sz="1467">
                <a:solidFill>
                  <a:schemeClr val="tx2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Content Placeholder 9"/>
          <p:cNvSpPr>
            <a:spLocks noGrp="1"/>
          </p:cNvSpPr>
          <p:nvPr>
            <p:ph sz="quarter" idx="16"/>
          </p:nvPr>
        </p:nvSpPr>
        <p:spPr>
          <a:xfrm>
            <a:off x="3505200" y="4038600"/>
            <a:ext cx="2438400" cy="2209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808080"/>
              </a:buClr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808080"/>
              </a:buClr>
              <a:buFont typeface="Arial" panose="020B0604020202020204" pitchFamily="34" charset="0"/>
              <a:buNone/>
              <a:defRPr sz="1400">
                <a:solidFill>
                  <a:schemeClr val="bg2"/>
                </a:solidFill>
              </a:defRPr>
            </a:lvl2pPr>
            <a:lvl3pPr marL="152396" indent="-152396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Content Placeholder 9"/>
          <p:cNvSpPr>
            <a:spLocks noGrp="1"/>
          </p:cNvSpPr>
          <p:nvPr>
            <p:ph sz="quarter" idx="17"/>
          </p:nvPr>
        </p:nvSpPr>
        <p:spPr>
          <a:xfrm>
            <a:off x="6400800" y="4038600"/>
            <a:ext cx="2438400" cy="2209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808080"/>
              </a:buClr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808080"/>
              </a:buClr>
              <a:buFont typeface="Arial" panose="020B0604020202020204" pitchFamily="34" charset="0"/>
              <a:buNone/>
              <a:defRPr sz="1400">
                <a:solidFill>
                  <a:schemeClr val="bg2"/>
                </a:solidFill>
              </a:defRPr>
            </a:lvl2pPr>
            <a:lvl3pPr marL="152396" indent="-152396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4" name="Content Placeholder 9"/>
          <p:cNvSpPr>
            <a:spLocks noGrp="1"/>
          </p:cNvSpPr>
          <p:nvPr>
            <p:ph sz="quarter" idx="18"/>
          </p:nvPr>
        </p:nvSpPr>
        <p:spPr>
          <a:xfrm>
            <a:off x="9372600" y="4038600"/>
            <a:ext cx="2438400" cy="2209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808080"/>
              </a:buClr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808080"/>
              </a:buClr>
              <a:buFont typeface="Arial" panose="020B0604020202020204" pitchFamily="34" charset="0"/>
              <a:buNone/>
              <a:defRPr sz="1400">
                <a:solidFill>
                  <a:schemeClr val="bg2"/>
                </a:solidFill>
              </a:defRPr>
            </a:lvl2pPr>
            <a:lvl3pPr marL="152396" indent="-152396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0" y="3733800"/>
            <a:ext cx="12192000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 userDrawn="1"/>
        </p:nvCxnSpPr>
        <p:spPr>
          <a:xfrm>
            <a:off x="0" y="1295400"/>
            <a:ext cx="12192000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Picture Placeholder 16"/>
          <p:cNvSpPr>
            <a:spLocks noGrp="1"/>
          </p:cNvSpPr>
          <p:nvPr>
            <p:ph type="pic" sz="quarter" idx="19"/>
          </p:nvPr>
        </p:nvSpPr>
        <p:spPr>
          <a:xfrm>
            <a:off x="381000" y="1447800"/>
            <a:ext cx="5638800" cy="21336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6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0396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oducts bkgd 5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430000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33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9"/>
          <p:cNvSpPr>
            <a:spLocks noGrp="1"/>
          </p:cNvSpPr>
          <p:nvPr>
            <p:ph sz="quarter" idx="12"/>
          </p:nvPr>
        </p:nvSpPr>
        <p:spPr>
          <a:xfrm>
            <a:off x="381000" y="2057400"/>
            <a:ext cx="3505200" cy="25146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spcBef>
                <a:spcPts val="1600"/>
              </a:spcBef>
              <a:buClrTx/>
              <a:buNone/>
              <a:defRPr sz="1867">
                <a:solidFill>
                  <a:schemeClr val="tx2"/>
                </a:solidFill>
              </a:defRPr>
            </a:lvl1pPr>
            <a:lvl2pPr marL="228594" indent="-228594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•"/>
              <a:defRPr sz="1467">
                <a:solidFill>
                  <a:schemeClr val="tx2"/>
                </a:solidFill>
              </a:defRPr>
            </a:lvl2pPr>
            <a:lvl3pPr marL="609585" indent="-228594">
              <a:lnSpc>
                <a:spcPct val="100000"/>
              </a:lnSpc>
              <a:spcBef>
                <a:spcPts val="400"/>
              </a:spcBef>
              <a:buClrTx/>
              <a:buFont typeface="Arial" panose="020B0604020202020204" pitchFamily="34" charset="0"/>
              <a:buChar char="–"/>
              <a:defRPr sz="1333">
                <a:solidFill>
                  <a:schemeClr val="tx2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3" name="Content Placeholder 9"/>
          <p:cNvSpPr>
            <a:spLocks noGrp="1"/>
          </p:cNvSpPr>
          <p:nvPr>
            <p:ph sz="quarter" idx="13"/>
          </p:nvPr>
        </p:nvSpPr>
        <p:spPr>
          <a:xfrm>
            <a:off x="8305800" y="4876800"/>
            <a:ext cx="3505200" cy="1447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400"/>
              </a:spcBef>
              <a:buClrTx/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spcBef>
                <a:spcPts val="400"/>
              </a:spcBef>
              <a:buClrTx/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2pPr>
            <a:lvl3pPr marL="380990" indent="0">
              <a:lnSpc>
                <a:spcPct val="100000"/>
              </a:lnSpc>
              <a:spcBef>
                <a:spcPts val="400"/>
              </a:spcBef>
              <a:buClrTx/>
              <a:buFont typeface="Arial" panose="020B0604020202020204" pitchFamily="34" charset="0"/>
              <a:buNone/>
              <a:defRPr sz="1467">
                <a:solidFill>
                  <a:schemeClr val="tx2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Content Placeholder 9"/>
          <p:cNvSpPr>
            <a:spLocks noGrp="1"/>
          </p:cNvSpPr>
          <p:nvPr>
            <p:ph sz="quarter" idx="14"/>
          </p:nvPr>
        </p:nvSpPr>
        <p:spPr>
          <a:xfrm>
            <a:off x="4343400" y="4876800"/>
            <a:ext cx="3505200" cy="1447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400"/>
              </a:spcBef>
              <a:buClrTx/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spcBef>
                <a:spcPts val="400"/>
              </a:spcBef>
              <a:buClrTx/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2pPr>
            <a:lvl3pPr marL="380990" indent="0">
              <a:lnSpc>
                <a:spcPct val="100000"/>
              </a:lnSpc>
              <a:spcBef>
                <a:spcPts val="400"/>
              </a:spcBef>
              <a:buClrTx/>
              <a:buFont typeface="Arial" panose="020B0604020202020204" pitchFamily="34" charset="0"/>
              <a:buNone/>
              <a:defRPr sz="1467">
                <a:solidFill>
                  <a:schemeClr val="tx2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Content Placeholder 9"/>
          <p:cNvSpPr>
            <a:spLocks noGrp="1"/>
          </p:cNvSpPr>
          <p:nvPr>
            <p:ph sz="quarter" idx="15"/>
          </p:nvPr>
        </p:nvSpPr>
        <p:spPr>
          <a:xfrm>
            <a:off x="381000" y="4876800"/>
            <a:ext cx="3505200" cy="1447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400"/>
              </a:spcBef>
              <a:buClrTx/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spcBef>
                <a:spcPts val="400"/>
              </a:spcBef>
              <a:buClrTx/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2pPr>
            <a:lvl3pPr marL="380990" indent="0">
              <a:lnSpc>
                <a:spcPct val="100000"/>
              </a:lnSpc>
              <a:spcBef>
                <a:spcPts val="400"/>
              </a:spcBef>
              <a:buClrTx/>
              <a:buFont typeface="Arial" panose="020B0604020202020204" pitchFamily="34" charset="0"/>
              <a:buNone/>
              <a:defRPr sz="1467">
                <a:solidFill>
                  <a:schemeClr val="tx2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cxnSp>
        <p:nvCxnSpPr>
          <p:cNvPr id="16" name="Straight Connector 15"/>
          <p:cNvCxnSpPr/>
          <p:nvPr userDrawn="1"/>
        </p:nvCxnSpPr>
        <p:spPr>
          <a:xfrm>
            <a:off x="381000" y="4800600"/>
            <a:ext cx="3505200" cy="0"/>
          </a:xfrm>
          <a:prstGeom prst="line">
            <a:avLst/>
          </a:prstGeom>
          <a:ln w="63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 userDrawn="1"/>
        </p:nvCxnSpPr>
        <p:spPr>
          <a:xfrm>
            <a:off x="4343400" y="4800600"/>
            <a:ext cx="3505200" cy="0"/>
          </a:xfrm>
          <a:prstGeom prst="line">
            <a:avLst/>
          </a:prstGeom>
          <a:ln w="63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 userDrawn="1"/>
        </p:nvCxnSpPr>
        <p:spPr>
          <a:xfrm>
            <a:off x="8305800" y="4800600"/>
            <a:ext cx="3505200" cy="0"/>
          </a:xfrm>
          <a:prstGeom prst="line">
            <a:avLst/>
          </a:prstGeom>
          <a:ln w="63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9"/>
          <p:cNvSpPr>
            <a:spLocks noGrp="1"/>
          </p:cNvSpPr>
          <p:nvPr>
            <p:ph sz="quarter" idx="16"/>
          </p:nvPr>
        </p:nvSpPr>
        <p:spPr>
          <a:xfrm>
            <a:off x="4343400" y="2057400"/>
            <a:ext cx="3505200" cy="25146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spcBef>
                <a:spcPts val="1600"/>
              </a:spcBef>
              <a:buClrTx/>
              <a:buNone/>
              <a:defRPr sz="1867">
                <a:solidFill>
                  <a:schemeClr val="tx2"/>
                </a:solidFill>
              </a:defRPr>
            </a:lvl1pPr>
            <a:lvl2pPr marL="228594" indent="-228594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•"/>
              <a:defRPr sz="1467">
                <a:solidFill>
                  <a:schemeClr val="tx2"/>
                </a:solidFill>
              </a:defRPr>
            </a:lvl2pPr>
            <a:lvl3pPr marL="609585" indent="-228594">
              <a:lnSpc>
                <a:spcPct val="100000"/>
              </a:lnSpc>
              <a:spcBef>
                <a:spcPts val="400"/>
              </a:spcBef>
              <a:buClrTx/>
              <a:buFont typeface="Arial" panose="020B0604020202020204" pitchFamily="34" charset="0"/>
              <a:buChar char="–"/>
              <a:defRPr sz="1333">
                <a:solidFill>
                  <a:schemeClr val="tx2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Content Placeholder 9"/>
          <p:cNvSpPr>
            <a:spLocks noGrp="1"/>
          </p:cNvSpPr>
          <p:nvPr>
            <p:ph sz="quarter" idx="17"/>
          </p:nvPr>
        </p:nvSpPr>
        <p:spPr>
          <a:xfrm>
            <a:off x="8305800" y="2057400"/>
            <a:ext cx="3505200" cy="25146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spcBef>
                <a:spcPts val="1600"/>
              </a:spcBef>
              <a:buClrTx/>
              <a:buNone/>
              <a:defRPr sz="1867">
                <a:solidFill>
                  <a:schemeClr val="tx2"/>
                </a:solidFill>
              </a:defRPr>
            </a:lvl1pPr>
            <a:lvl2pPr marL="228594" indent="-228594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•"/>
              <a:defRPr sz="1467">
                <a:solidFill>
                  <a:schemeClr val="tx2"/>
                </a:solidFill>
              </a:defRPr>
            </a:lvl2pPr>
            <a:lvl3pPr marL="609585" indent="-228594">
              <a:lnSpc>
                <a:spcPct val="100000"/>
              </a:lnSpc>
              <a:spcBef>
                <a:spcPts val="400"/>
              </a:spcBef>
              <a:buClrTx/>
              <a:buFont typeface="Arial" panose="020B0604020202020204" pitchFamily="34" charset="0"/>
              <a:buChar char="–"/>
              <a:defRPr sz="1333">
                <a:solidFill>
                  <a:schemeClr val="tx2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Picture Placeholder 16"/>
          <p:cNvSpPr>
            <a:spLocks noGrp="1"/>
          </p:cNvSpPr>
          <p:nvPr>
            <p:ph type="pic" sz="quarter" idx="19"/>
          </p:nvPr>
        </p:nvSpPr>
        <p:spPr>
          <a:xfrm>
            <a:off x="381000" y="990600"/>
            <a:ext cx="3505200" cy="10668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600"/>
            </a:lvl1pPr>
          </a:lstStyle>
          <a:p>
            <a:endParaRPr lang="en-US"/>
          </a:p>
        </p:txBody>
      </p:sp>
      <p:sp>
        <p:nvSpPr>
          <p:cNvPr id="22" name="Picture Placeholder 16"/>
          <p:cNvSpPr>
            <a:spLocks noGrp="1"/>
          </p:cNvSpPr>
          <p:nvPr>
            <p:ph type="pic" sz="quarter" idx="20"/>
          </p:nvPr>
        </p:nvSpPr>
        <p:spPr>
          <a:xfrm>
            <a:off x="4343400" y="990600"/>
            <a:ext cx="3505200" cy="10668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600"/>
            </a:lvl1pPr>
          </a:lstStyle>
          <a:p>
            <a:endParaRPr lang="en-US"/>
          </a:p>
        </p:txBody>
      </p:sp>
      <p:sp>
        <p:nvSpPr>
          <p:cNvPr id="23" name="Picture Placeholder 16"/>
          <p:cNvSpPr>
            <a:spLocks noGrp="1"/>
          </p:cNvSpPr>
          <p:nvPr>
            <p:ph type="pic" sz="quarter" idx="21"/>
          </p:nvPr>
        </p:nvSpPr>
        <p:spPr>
          <a:xfrm>
            <a:off x="8305800" y="990600"/>
            <a:ext cx="3505200" cy="10668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6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1039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efe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430000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33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5334000" cy="4267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2400"/>
              </a:spcBef>
              <a:buClr>
                <a:srgbClr val="808080"/>
              </a:buClr>
              <a:buFont typeface="Arial" panose="020B0604020202020204" pitchFamily="34" charset="0"/>
              <a:buNone/>
              <a:defRPr sz="24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230712" indent="-230712">
              <a:lnSpc>
                <a:spcPct val="100000"/>
              </a:lnSpc>
              <a:spcBef>
                <a:spcPts val="1067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133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685783" indent="-302676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60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49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3048000" y="5715000"/>
            <a:ext cx="6096000" cy="76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None/>
              <a:defRPr sz="16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0" indent="0" algn="ctr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None/>
              <a:defRPr sz="1467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685783" indent="-302676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60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49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Freeform 90"/>
          <p:cNvSpPr>
            <a:spLocks noChangeAspect="1" noEditPoints="1"/>
          </p:cNvSpPr>
          <p:nvPr userDrawn="1"/>
        </p:nvSpPr>
        <p:spPr bwMode="auto">
          <a:xfrm>
            <a:off x="5608320" y="4953000"/>
            <a:ext cx="975360" cy="605616"/>
          </a:xfrm>
          <a:custGeom>
            <a:avLst/>
            <a:gdLst>
              <a:gd name="T0" fmla="*/ 149 w 256"/>
              <a:gd name="T1" fmla="*/ 18 h 158"/>
              <a:gd name="T2" fmla="*/ 196 w 256"/>
              <a:gd name="T3" fmla="*/ 73 h 158"/>
              <a:gd name="T4" fmla="*/ 197 w 256"/>
              <a:gd name="T5" fmla="*/ 89 h 158"/>
              <a:gd name="T6" fmla="*/ 212 w 256"/>
              <a:gd name="T7" fmla="*/ 90 h 158"/>
              <a:gd name="T8" fmla="*/ 239 w 256"/>
              <a:gd name="T9" fmla="*/ 115 h 158"/>
              <a:gd name="T10" fmla="*/ 213 w 256"/>
              <a:gd name="T11" fmla="*/ 140 h 158"/>
              <a:gd name="T12" fmla="*/ 46 w 256"/>
              <a:gd name="T13" fmla="*/ 140 h 158"/>
              <a:gd name="T14" fmla="*/ 17 w 256"/>
              <a:gd name="T15" fmla="*/ 111 h 158"/>
              <a:gd name="T16" fmla="*/ 38 w 256"/>
              <a:gd name="T17" fmla="*/ 82 h 158"/>
              <a:gd name="T18" fmla="*/ 49 w 256"/>
              <a:gd name="T19" fmla="*/ 79 h 158"/>
              <a:gd name="T20" fmla="*/ 51 w 256"/>
              <a:gd name="T21" fmla="*/ 68 h 158"/>
              <a:gd name="T22" fmla="*/ 83 w 256"/>
              <a:gd name="T23" fmla="*/ 46 h 158"/>
              <a:gd name="T24" fmla="*/ 93 w 256"/>
              <a:gd name="T25" fmla="*/ 47 h 158"/>
              <a:gd name="T26" fmla="*/ 105 w 256"/>
              <a:gd name="T27" fmla="*/ 48 h 158"/>
              <a:gd name="T28" fmla="*/ 110 w 256"/>
              <a:gd name="T29" fmla="*/ 38 h 158"/>
              <a:gd name="T30" fmla="*/ 149 w 256"/>
              <a:gd name="T31" fmla="*/ 18 h 158"/>
              <a:gd name="T32" fmla="*/ 149 w 256"/>
              <a:gd name="T33" fmla="*/ 0 h 158"/>
              <a:gd name="T34" fmla="*/ 95 w 256"/>
              <a:gd name="T35" fmla="*/ 30 h 158"/>
              <a:gd name="T36" fmla="*/ 83 w 256"/>
              <a:gd name="T37" fmla="*/ 29 h 158"/>
              <a:gd name="T38" fmla="*/ 34 w 256"/>
              <a:gd name="T39" fmla="*/ 65 h 158"/>
              <a:gd name="T40" fmla="*/ 0 w 256"/>
              <a:gd name="T41" fmla="*/ 111 h 158"/>
              <a:gd name="T42" fmla="*/ 46 w 256"/>
              <a:gd name="T43" fmla="*/ 158 h 158"/>
              <a:gd name="T44" fmla="*/ 214 w 256"/>
              <a:gd name="T45" fmla="*/ 158 h 158"/>
              <a:gd name="T46" fmla="*/ 256 w 256"/>
              <a:gd name="T47" fmla="*/ 115 h 158"/>
              <a:gd name="T48" fmla="*/ 214 w 256"/>
              <a:gd name="T49" fmla="*/ 73 h 158"/>
              <a:gd name="T50" fmla="*/ 149 w 256"/>
              <a:gd name="T51" fmla="*/ 0 h 1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56" h="158">
                <a:moveTo>
                  <a:pt x="149" y="18"/>
                </a:moveTo>
                <a:cubicBezTo>
                  <a:pt x="182" y="18"/>
                  <a:pt x="196" y="46"/>
                  <a:pt x="196" y="73"/>
                </a:cubicBezTo>
                <a:cubicBezTo>
                  <a:pt x="197" y="89"/>
                  <a:pt x="197" y="89"/>
                  <a:pt x="197" y="89"/>
                </a:cubicBezTo>
                <a:cubicBezTo>
                  <a:pt x="212" y="90"/>
                  <a:pt x="212" y="90"/>
                  <a:pt x="212" y="90"/>
                </a:cubicBezTo>
                <a:cubicBezTo>
                  <a:pt x="217" y="91"/>
                  <a:pt x="239" y="94"/>
                  <a:pt x="239" y="115"/>
                </a:cubicBezTo>
                <a:cubicBezTo>
                  <a:pt x="239" y="136"/>
                  <a:pt x="220" y="140"/>
                  <a:pt x="213" y="140"/>
                </a:cubicBezTo>
                <a:cubicBezTo>
                  <a:pt x="46" y="140"/>
                  <a:pt x="46" y="140"/>
                  <a:pt x="46" y="140"/>
                </a:cubicBezTo>
                <a:cubicBezTo>
                  <a:pt x="43" y="140"/>
                  <a:pt x="17" y="140"/>
                  <a:pt x="17" y="111"/>
                </a:cubicBezTo>
                <a:cubicBezTo>
                  <a:pt x="17" y="89"/>
                  <a:pt x="36" y="82"/>
                  <a:pt x="38" y="82"/>
                </a:cubicBezTo>
                <a:cubicBezTo>
                  <a:pt x="49" y="79"/>
                  <a:pt x="49" y="79"/>
                  <a:pt x="49" y="79"/>
                </a:cubicBezTo>
                <a:cubicBezTo>
                  <a:pt x="51" y="68"/>
                  <a:pt x="51" y="68"/>
                  <a:pt x="51" y="68"/>
                </a:cubicBezTo>
                <a:cubicBezTo>
                  <a:pt x="51" y="67"/>
                  <a:pt x="54" y="46"/>
                  <a:pt x="83" y="46"/>
                </a:cubicBezTo>
                <a:cubicBezTo>
                  <a:pt x="86" y="46"/>
                  <a:pt x="90" y="46"/>
                  <a:pt x="93" y="47"/>
                </a:cubicBezTo>
                <a:cubicBezTo>
                  <a:pt x="105" y="48"/>
                  <a:pt x="105" y="48"/>
                  <a:pt x="105" y="48"/>
                </a:cubicBezTo>
                <a:cubicBezTo>
                  <a:pt x="110" y="38"/>
                  <a:pt x="110" y="38"/>
                  <a:pt x="110" y="38"/>
                </a:cubicBezTo>
                <a:cubicBezTo>
                  <a:pt x="111" y="37"/>
                  <a:pt x="122" y="18"/>
                  <a:pt x="149" y="18"/>
                </a:cubicBezTo>
                <a:moveTo>
                  <a:pt x="149" y="0"/>
                </a:moveTo>
                <a:cubicBezTo>
                  <a:pt x="110" y="0"/>
                  <a:pt x="95" y="30"/>
                  <a:pt x="95" y="30"/>
                </a:cubicBezTo>
                <a:cubicBezTo>
                  <a:pt x="91" y="29"/>
                  <a:pt x="87" y="29"/>
                  <a:pt x="83" y="29"/>
                </a:cubicBezTo>
                <a:cubicBezTo>
                  <a:pt x="39" y="29"/>
                  <a:pt x="34" y="65"/>
                  <a:pt x="34" y="65"/>
                </a:cubicBezTo>
                <a:cubicBezTo>
                  <a:pt x="34" y="65"/>
                  <a:pt x="0" y="75"/>
                  <a:pt x="0" y="111"/>
                </a:cubicBezTo>
                <a:cubicBezTo>
                  <a:pt x="0" y="148"/>
                  <a:pt x="30" y="158"/>
                  <a:pt x="46" y="158"/>
                </a:cubicBezTo>
                <a:cubicBezTo>
                  <a:pt x="214" y="158"/>
                  <a:pt x="214" y="158"/>
                  <a:pt x="214" y="158"/>
                </a:cubicBezTo>
                <a:cubicBezTo>
                  <a:pt x="214" y="158"/>
                  <a:pt x="256" y="155"/>
                  <a:pt x="256" y="115"/>
                </a:cubicBezTo>
                <a:cubicBezTo>
                  <a:pt x="256" y="76"/>
                  <a:pt x="214" y="73"/>
                  <a:pt x="214" y="73"/>
                </a:cubicBezTo>
                <a:cubicBezTo>
                  <a:pt x="214" y="32"/>
                  <a:pt x="188" y="0"/>
                  <a:pt x="14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cxnSp>
        <p:nvCxnSpPr>
          <p:cNvPr id="16" name="Straight Connector 15"/>
          <p:cNvCxnSpPr/>
          <p:nvPr userDrawn="1"/>
        </p:nvCxnSpPr>
        <p:spPr>
          <a:xfrm>
            <a:off x="4991100" y="5638800"/>
            <a:ext cx="22098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58476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4">
          <p15:clr>
            <a:srgbClr val="FBAE40"/>
          </p15:clr>
        </p15:guide>
        <p15:guide id="2" orient="horz" pos="756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tent Placeholder 9"/>
          <p:cNvSpPr>
            <a:spLocks noGrp="1"/>
          </p:cNvSpPr>
          <p:nvPr>
            <p:ph sz="quarter" idx="19"/>
          </p:nvPr>
        </p:nvSpPr>
        <p:spPr>
          <a:xfrm>
            <a:off x="9067800" y="2057400"/>
            <a:ext cx="2743200" cy="3810000"/>
          </a:xfrm>
          <a:prstGeom prst="rect">
            <a:avLst/>
          </a:prstGeom>
          <a:gradFill>
            <a:gsLst>
              <a:gs pos="100000">
                <a:schemeClr val="tx2"/>
              </a:gs>
              <a:gs pos="0">
                <a:schemeClr val="tx1">
                  <a:lumMod val="20000"/>
                  <a:lumOff val="80000"/>
                </a:schemeClr>
              </a:gs>
            </a:gsLst>
            <a:lin ang="5400000" scaled="0"/>
          </a:gradFill>
          <a:ln w="12700">
            <a:noFill/>
          </a:ln>
        </p:spPr>
        <p:txBody>
          <a:bodyPr lIns="91440" tIns="91440" rIns="91440" bIns="0"/>
          <a:lstStyle>
            <a:lvl1pPr marL="152396" indent="-152396">
              <a:lnSpc>
                <a:spcPct val="100000"/>
              </a:lnSpc>
              <a:spcBef>
                <a:spcPts val="800"/>
              </a:spcBef>
              <a:buClr>
                <a:srgbClr val="808080"/>
              </a:buClr>
              <a:defRPr sz="1600">
                <a:solidFill>
                  <a:schemeClr val="bg2"/>
                </a:solidFill>
              </a:defRPr>
            </a:lvl1pPr>
            <a:lvl2pPr marL="461422" indent="-156629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333">
                <a:solidFill>
                  <a:schemeClr val="bg2"/>
                </a:solidFill>
              </a:defRPr>
            </a:lvl2pPr>
            <a:lvl3pPr marL="766214" indent="-156629">
              <a:lnSpc>
                <a:spcPct val="100000"/>
              </a:lnSpc>
              <a:spcBef>
                <a:spcPts val="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067">
                <a:solidFill>
                  <a:schemeClr val="bg2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Content Placeholder 9"/>
          <p:cNvSpPr>
            <a:spLocks noGrp="1"/>
          </p:cNvSpPr>
          <p:nvPr>
            <p:ph sz="quarter" idx="20"/>
          </p:nvPr>
        </p:nvSpPr>
        <p:spPr>
          <a:xfrm>
            <a:off x="6172200" y="2057400"/>
            <a:ext cx="2743200" cy="3810000"/>
          </a:xfrm>
          <a:prstGeom prst="rect">
            <a:avLst/>
          </a:prstGeom>
          <a:gradFill>
            <a:gsLst>
              <a:gs pos="100000">
                <a:schemeClr val="tx2"/>
              </a:gs>
              <a:gs pos="0">
                <a:schemeClr val="tx1">
                  <a:lumMod val="20000"/>
                  <a:lumOff val="80000"/>
                </a:schemeClr>
              </a:gs>
            </a:gsLst>
            <a:lin ang="5400000" scaled="0"/>
          </a:gradFill>
          <a:ln w="12700">
            <a:noFill/>
          </a:ln>
        </p:spPr>
        <p:txBody>
          <a:bodyPr lIns="91440" tIns="91440" rIns="91440" bIns="0"/>
          <a:lstStyle>
            <a:lvl1pPr marL="152396" indent="-152396">
              <a:lnSpc>
                <a:spcPct val="100000"/>
              </a:lnSpc>
              <a:spcBef>
                <a:spcPts val="800"/>
              </a:spcBef>
              <a:buClr>
                <a:srgbClr val="808080"/>
              </a:buClr>
              <a:defRPr sz="1600">
                <a:solidFill>
                  <a:schemeClr val="bg2"/>
                </a:solidFill>
              </a:defRPr>
            </a:lvl1pPr>
            <a:lvl2pPr marL="461422" indent="-156629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333">
                <a:solidFill>
                  <a:schemeClr val="bg2"/>
                </a:solidFill>
              </a:defRPr>
            </a:lvl2pPr>
            <a:lvl3pPr marL="766214" indent="-156629">
              <a:lnSpc>
                <a:spcPct val="100000"/>
              </a:lnSpc>
              <a:spcBef>
                <a:spcPts val="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067">
                <a:solidFill>
                  <a:schemeClr val="bg2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Content Placeholder 9"/>
          <p:cNvSpPr>
            <a:spLocks noGrp="1"/>
          </p:cNvSpPr>
          <p:nvPr>
            <p:ph sz="quarter" idx="18"/>
          </p:nvPr>
        </p:nvSpPr>
        <p:spPr>
          <a:xfrm>
            <a:off x="3276600" y="2057400"/>
            <a:ext cx="2743200" cy="3810000"/>
          </a:xfrm>
          <a:prstGeom prst="rect">
            <a:avLst/>
          </a:prstGeom>
          <a:gradFill>
            <a:gsLst>
              <a:gs pos="100000">
                <a:schemeClr val="tx2"/>
              </a:gs>
              <a:gs pos="0">
                <a:schemeClr val="tx1">
                  <a:lumMod val="20000"/>
                  <a:lumOff val="80000"/>
                </a:schemeClr>
              </a:gs>
            </a:gsLst>
            <a:lin ang="5400000" scaled="0"/>
          </a:gradFill>
          <a:ln w="12700">
            <a:noFill/>
          </a:ln>
        </p:spPr>
        <p:txBody>
          <a:bodyPr lIns="91440" tIns="91440" rIns="91440" bIns="0"/>
          <a:lstStyle>
            <a:lvl1pPr marL="152396" indent="-152396">
              <a:lnSpc>
                <a:spcPct val="100000"/>
              </a:lnSpc>
              <a:spcBef>
                <a:spcPts val="800"/>
              </a:spcBef>
              <a:buClr>
                <a:srgbClr val="808080"/>
              </a:buClr>
              <a:defRPr sz="1600">
                <a:solidFill>
                  <a:schemeClr val="bg2"/>
                </a:solidFill>
              </a:defRPr>
            </a:lvl1pPr>
            <a:lvl2pPr marL="461422" indent="-156629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333">
                <a:solidFill>
                  <a:schemeClr val="bg2"/>
                </a:solidFill>
              </a:defRPr>
            </a:lvl2pPr>
            <a:lvl3pPr marL="766214" indent="-156629">
              <a:lnSpc>
                <a:spcPct val="100000"/>
              </a:lnSpc>
              <a:spcBef>
                <a:spcPts val="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067">
                <a:solidFill>
                  <a:schemeClr val="bg2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ontent Placeholder 9"/>
          <p:cNvSpPr>
            <a:spLocks noGrp="1"/>
          </p:cNvSpPr>
          <p:nvPr>
            <p:ph sz="quarter" idx="12"/>
          </p:nvPr>
        </p:nvSpPr>
        <p:spPr>
          <a:xfrm>
            <a:off x="381000" y="2057400"/>
            <a:ext cx="2743200" cy="3810000"/>
          </a:xfrm>
          <a:prstGeom prst="rect">
            <a:avLst/>
          </a:prstGeom>
          <a:gradFill>
            <a:gsLst>
              <a:gs pos="100000">
                <a:schemeClr val="tx2"/>
              </a:gs>
              <a:gs pos="0">
                <a:schemeClr val="tx1">
                  <a:lumMod val="20000"/>
                  <a:lumOff val="80000"/>
                </a:schemeClr>
              </a:gs>
            </a:gsLst>
            <a:lin ang="5400000" scaled="0"/>
          </a:gradFill>
          <a:ln w="12700">
            <a:noFill/>
          </a:ln>
        </p:spPr>
        <p:txBody>
          <a:bodyPr lIns="91440" tIns="91440" rIns="91440" bIns="0"/>
          <a:lstStyle>
            <a:lvl1pPr marL="152396" indent="-152396">
              <a:lnSpc>
                <a:spcPct val="100000"/>
              </a:lnSpc>
              <a:spcBef>
                <a:spcPts val="800"/>
              </a:spcBef>
              <a:buClr>
                <a:srgbClr val="808080"/>
              </a:buClr>
              <a:defRPr sz="1600">
                <a:solidFill>
                  <a:schemeClr val="bg2"/>
                </a:solidFill>
              </a:defRPr>
            </a:lvl1pPr>
            <a:lvl2pPr marL="461422" indent="-156629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333">
                <a:solidFill>
                  <a:schemeClr val="bg2"/>
                </a:solidFill>
              </a:defRPr>
            </a:lvl2pPr>
            <a:lvl3pPr marL="766214" indent="-156629">
              <a:lnSpc>
                <a:spcPct val="100000"/>
              </a:lnSpc>
              <a:spcBef>
                <a:spcPts val="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067">
                <a:solidFill>
                  <a:schemeClr val="bg2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430000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33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914400"/>
            <a:ext cx="11430000" cy="2872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381000" y="1447800"/>
            <a:ext cx="2743200" cy="6096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cap="all" baseline="0">
                <a:solidFill>
                  <a:schemeClr val="tx2"/>
                </a:solidFill>
              </a:defRPr>
            </a:lvl1pPr>
            <a:lvl2pPr marL="457189" indent="0">
              <a:buNone/>
              <a:defRPr>
                <a:solidFill>
                  <a:schemeClr val="tx2"/>
                </a:solidFill>
              </a:defRPr>
            </a:lvl2pPr>
            <a:lvl3pPr marL="914377" indent="0">
              <a:buNone/>
              <a:defRPr>
                <a:solidFill>
                  <a:schemeClr val="tx2"/>
                </a:solidFill>
              </a:defRPr>
            </a:lvl3pPr>
            <a:lvl4pPr marL="1371566" indent="0">
              <a:buNone/>
              <a:defRPr>
                <a:solidFill>
                  <a:schemeClr val="tx2"/>
                </a:solidFill>
              </a:defRPr>
            </a:lvl4pPr>
            <a:lvl5pPr marL="1828754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quarter" idx="11"/>
          </p:nvPr>
        </p:nvSpPr>
        <p:spPr>
          <a:xfrm>
            <a:off x="6172200" y="1447800"/>
            <a:ext cx="2743200" cy="6096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cap="all" baseline="0">
                <a:solidFill>
                  <a:schemeClr val="tx2"/>
                </a:solidFill>
              </a:defRPr>
            </a:lvl1pPr>
            <a:lvl2pPr marL="457189" indent="0">
              <a:buNone/>
              <a:defRPr>
                <a:solidFill>
                  <a:schemeClr val="tx2"/>
                </a:solidFill>
              </a:defRPr>
            </a:lvl2pPr>
            <a:lvl3pPr marL="914377" indent="0">
              <a:buNone/>
              <a:defRPr>
                <a:solidFill>
                  <a:schemeClr val="tx2"/>
                </a:solidFill>
              </a:defRPr>
            </a:lvl3pPr>
            <a:lvl4pPr marL="1371566" indent="0">
              <a:buNone/>
              <a:defRPr>
                <a:solidFill>
                  <a:schemeClr val="tx2"/>
                </a:solidFill>
              </a:defRPr>
            </a:lvl4pPr>
            <a:lvl5pPr marL="1828754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6"/>
          <p:cNvSpPr>
            <a:spLocks noGrp="1"/>
          </p:cNvSpPr>
          <p:nvPr>
            <p:ph sz="quarter" idx="16"/>
          </p:nvPr>
        </p:nvSpPr>
        <p:spPr>
          <a:xfrm>
            <a:off x="3276600" y="1447800"/>
            <a:ext cx="2743200" cy="6096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cap="all" baseline="0">
                <a:solidFill>
                  <a:schemeClr val="tx2"/>
                </a:solidFill>
              </a:defRPr>
            </a:lvl1pPr>
            <a:lvl2pPr marL="457189" indent="0">
              <a:buNone/>
              <a:defRPr>
                <a:solidFill>
                  <a:schemeClr val="tx2"/>
                </a:solidFill>
              </a:defRPr>
            </a:lvl2pPr>
            <a:lvl3pPr marL="914377" indent="0">
              <a:buNone/>
              <a:defRPr>
                <a:solidFill>
                  <a:schemeClr val="tx2"/>
                </a:solidFill>
              </a:defRPr>
            </a:lvl3pPr>
            <a:lvl4pPr marL="1371566" indent="0">
              <a:buNone/>
              <a:defRPr>
                <a:solidFill>
                  <a:schemeClr val="tx2"/>
                </a:solidFill>
              </a:defRPr>
            </a:lvl4pPr>
            <a:lvl5pPr marL="1828754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6"/>
          <p:cNvSpPr>
            <a:spLocks noGrp="1"/>
          </p:cNvSpPr>
          <p:nvPr>
            <p:ph sz="quarter" idx="17"/>
          </p:nvPr>
        </p:nvSpPr>
        <p:spPr>
          <a:xfrm>
            <a:off x="9067800" y="1447800"/>
            <a:ext cx="2743200" cy="6096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cap="all" baseline="0">
                <a:solidFill>
                  <a:schemeClr val="tx2"/>
                </a:solidFill>
              </a:defRPr>
            </a:lvl1pPr>
            <a:lvl2pPr marL="457189" indent="0">
              <a:buNone/>
              <a:defRPr>
                <a:solidFill>
                  <a:schemeClr val="tx2"/>
                </a:solidFill>
              </a:defRPr>
            </a:lvl2pPr>
            <a:lvl3pPr marL="914377" indent="0">
              <a:buNone/>
              <a:defRPr>
                <a:solidFill>
                  <a:schemeClr val="tx2"/>
                </a:solidFill>
              </a:defRPr>
            </a:lvl3pPr>
            <a:lvl4pPr marL="1371566" indent="0">
              <a:buNone/>
              <a:defRPr>
                <a:solidFill>
                  <a:schemeClr val="tx2"/>
                </a:solidFill>
              </a:defRPr>
            </a:lvl4pPr>
            <a:lvl5pPr marL="1828754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506654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s, text &amp;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9"/>
          <p:cNvSpPr>
            <a:spLocks noGrp="1"/>
          </p:cNvSpPr>
          <p:nvPr>
            <p:ph sz="quarter" idx="18"/>
          </p:nvPr>
        </p:nvSpPr>
        <p:spPr>
          <a:xfrm>
            <a:off x="8229600" y="3352800"/>
            <a:ext cx="3580075" cy="2667000"/>
          </a:xfrm>
          <a:prstGeom prst="rect">
            <a:avLst/>
          </a:prstGeom>
          <a:gradFill>
            <a:gsLst>
              <a:gs pos="70000">
                <a:schemeClr val="tx2"/>
              </a:gs>
              <a:gs pos="30000">
                <a:schemeClr val="tx2"/>
              </a:gs>
              <a:gs pos="0">
                <a:schemeClr val="tx2">
                  <a:alpha val="0"/>
                </a:schemeClr>
              </a:gs>
              <a:gs pos="100000">
                <a:schemeClr val="tx2">
                  <a:alpha val="0"/>
                </a:schemeClr>
              </a:gs>
            </a:gsLst>
            <a:lin ang="5400000" scaled="0"/>
          </a:gradFill>
          <a:ln w="38100" cmpd="sng">
            <a:gradFill>
              <a:gsLst>
                <a:gs pos="39000">
                  <a:schemeClr val="bg1"/>
                </a:gs>
                <a:gs pos="61000">
                  <a:schemeClr val="bg1">
                    <a:alpha val="0"/>
                  </a:schemeClr>
                </a:gs>
                <a:gs pos="39000">
                  <a:schemeClr val="bg1">
                    <a:alpha val="0"/>
                  </a:schemeClr>
                </a:gs>
                <a:gs pos="61000">
                  <a:schemeClr val="bg1"/>
                </a:gs>
              </a:gsLst>
              <a:lin ang="0" scaled="0"/>
            </a:gradFill>
          </a:ln>
          <a:effectLst/>
        </p:spPr>
        <p:txBody>
          <a:bodyPr wrap="square" lIns="182880" tIns="0" rIns="13716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None/>
              <a:defRPr lang="en-US" sz="1867" kern="0" dirty="0" smtClean="0">
                <a:solidFill>
                  <a:schemeClr val="bg2"/>
                </a:solidFill>
              </a:defRPr>
            </a:lvl1pPr>
            <a:lvl2pPr marL="1299601" indent="-361942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Font typeface="Arial" panose="020B0604020202020204" pitchFamily="34" charset="0"/>
              <a:buChar char="—"/>
              <a:defRPr lang="en-US" sz="1600" dirty="0" smtClean="0"/>
            </a:lvl2pPr>
          </a:lstStyle>
          <a:p>
            <a:pPr marL="0" lvl="0">
              <a:spcBef>
                <a:spcPts val="800"/>
              </a:spcBef>
              <a:spcAft>
                <a:spcPts val="0"/>
              </a:spcAft>
            </a:pPr>
            <a:r>
              <a:rPr lang="en-US"/>
              <a:t>Click to edit Master text styles</a:t>
            </a:r>
          </a:p>
          <a:p>
            <a:pPr marL="457189"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649" y="304800"/>
            <a:ext cx="11436351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733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4" name="Freeform 5"/>
          <p:cNvSpPr>
            <a:spLocks noChangeAspect="1" noEditPoints="1"/>
          </p:cNvSpPr>
          <p:nvPr/>
        </p:nvSpPr>
        <p:spPr bwMode="auto">
          <a:xfrm>
            <a:off x="9734135" y="3124200"/>
            <a:ext cx="572331" cy="457201"/>
          </a:xfrm>
          <a:custGeom>
            <a:avLst/>
            <a:gdLst>
              <a:gd name="T0" fmla="*/ 0 w 517"/>
              <a:gd name="T1" fmla="*/ 413 h 413"/>
              <a:gd name="T2" fmla="*/ 0 w 517"/>
              <a:gd name="T3" fmla="*/ 202 h 413"/>
              <a:gd name="T4" fmla="*/ 123 w 517"/>
              <a:gd name="T5" fmla="*/ 0 h 413"/>
              <a:gd name="T6" fmla="*/ 235 w 517"/>
              <a:gd name="T7" fmla="*/ 0 h 413"/>
              <a:gd name="T8" fmla="*/ 137 w 517"/>
              <a:gd name="T9" fmla="*/ 190 h 413"/>
              <a:gd name="T10" fmla="*/ 235 w 517"/>
              <a:gd name="T11" fmla="*/ 190 h 413"/>
              <a:gd name="T12" fmla="*/ 235 w 517"/>
              <a:gd name="T13" fmla="*/ 413 h 413"/>
              <a:gd name="T14" fmla="*/ 0 w 517"/>
              <a:gd name="T15" fmla="*/ 413 h 413"/>
              <a:gd name="T16" fmla="*/ 283 w 517"/>
              <a:gd name="T17" fmla="*/ 413 h 413"/>
              <a:gd name="T18" fmla="*/ 283 w 517"/>
              <a:gd name="T19" fmla="*/ 202 h 413"/>
              <a:gd name="T20" fmla="*/ 407 w 517"/>
              <a:gd name="T21" fmla="*/ 0 h 413"/>
              <a:gd name="T22" fmla="*/ 517 w 517"/>
              <a:gd name="T23" fmla="*/ 0 h 413"/>
              <a:gd name="T24" fmla="*/ 419 w 517"/>
              <a:gd name="T25" fmla="*/ 190 h 413"/>
              <a:gd name="T26" fmla="*/ 517 w 517"/>
              <a:gd name="T27" fmla="*/ 190 h 413"/>
              <a:gd name="T28" fmla="*/ 517 w 517"/>
              <a:gd name="T29" fmla="*/ 413 h 413"/>
              <a:gd name="T30" fmla="*/ 283 w 517"/>
              <a:gd name="T31" fmla="*/ 413 h 4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517" h="413">
                <a:moveTo>
                  <a:pt x="0" y="413"/>
                </a:moveTo>
                <a:lnTo>
                  <a:pt x="0" y="202"/>
                </a:lnTo>
                <a:lnTo>
                  <a:pt x="123" y="0"/>
                </a:lnTo>
                <a:lnTo>
                  <a:pt x="235" y="0"/>
                </a:lnTo>
                <a:lnTo>
                  <a:pt x="137" y="190"/>
                </a:lnTo>
                <a:lnTo>
                  <a:pt x="235" y="190"/>
                </a:lnTo>
                <a:lnTo>
                  <a:pt x="235" y="413"/>
                </a:lnTo>
                <a:lnTo>
                  <a:pt x="0" y="413"/>
                </a:lnTo>
                <a:close/>
                <a:moveTo>
                  <a:pt x="283" y="413"/>
                </a:moveTo>
                <a:lnTo>
                  <a:pt x="283" y="202"/>
                </a:lnTo>
                <a:lnTo>
                  <a:pt x="407" y="0"/>
                </a:lnTo>
                <a:lnTo>
                  <a:pt x="517" y="0"/>
                </a:lnTo>
                <a:lnTo>
                  <a:pt x="419" y="190"/>
                </a:lnTo>
                <a:lnTo>
                  <a:pt x="517" y="190"/>
                </a:lnTo>
                <a:lnTo>
                  <a:pt x="517" y="413"/>
                </a:lnTo>
                <a:lnTo>
                  <a:pt x="283" y="41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sp>
        <p:nvSpPr>
          <p:cNvPr id="15" name="Freeform 14"/>
          <p:cNvSpPr>
            <a:spLocks noChangeAspect="1" noEditPoints="1"/>
          </p:cNvSpPr>
          <p:nvPr/>
        </p:nvSpPr>
        <p:spPr bwMode="auto">
          <a:xfrm rot="10800000">
            <a:off x="9734136" y="5791200"/>
            <a:ext cx="572331" cy="457201"/>
          </a:xfrm>
          <a:custGeom>
            <a:avLst/>
            <a:gdLst>
              <a:gd name="T0" fmla="*/ 0 w 517"/>
              <a:gd name="T1" fmla="*/ 413 h 413"/>
              <a:gd name="T2" fmla="*/ 0 w 517"/>
              <a:gd name="T3" fmla="*/ 202 h 413"/>
              <a:gd name="T4" fmla="*/ 123 w 517"/>
              <a:gd name="T5" fmla="*/ 0 h 413"/>
              <a:gd name="T6" fmla="*/ 235 w 517"/>
              <a:gd name="T7" fmla="*/ 0 h 413"/>
              <a:gd name="T8" fmla="*/ 137 w 517"/>
              <a:gd name="T9" fmla="*/ 190 h 413"/>
              <a:gd name="T10" fmla="*/ 235 w 517"/>
              <a:gd name="T11" fmla="*/ 190 h 413"/>
              <a:gd name="T12" fmla="*/ 235 w 517"/>
              <a:gd name="T13" fmla="*/ 413 h 413"/>
              <a:gd name="T14" fmla="*/ 0 w 517"/>
              <a:gd name="T15" fmla="*/ 413 h 413"/>
              <a:gd name="T16" fmla="*/ 283 w 517"/>
              <a:gd name="T17" fmla="*/ 413 h 413"/>
              <a:gd name="T18" fmla="*/ 283 w 517"/>
              <a:gd name="T19" fmla="*/ 202 h 413"/>
              <a:gd name="T20" fmla="*/ 407 w 517"/>
              <a:gd name="T21" fmla="*/ 0 h 413"/>
              <a:gd name="T22" fmla="*/ 517 w 517"/>
              <a:gd name="T23" fmla="*/ 0 h 413"/>
              <a:gd name="T24" fmla="*/ 419 w 517"/>
              <a:gd name="T25" fmla="*/ 190 h 413"/>
              <a:gd name="T26" fmla="*/ 517 w 517"/>
              <a:gd name="T27" fmla="*/ 190 h 413"/>
              <a:gd name="T28" fmla="*/ 517 w 517"/>
              <a:gd name="T29" fmla="*/ 413 h 413"/>
              <a:gd name="T30" fmla="*/ 283 w 517"/>
              <a:gd name="T31" fmla="*/ 413 h 4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517" h="413">
                <a:moveTo>
                  <a:pt x="0" y="413"/>
                </a:moveTo>
                <a:lnTo>
                  <a:pt x="0" y="202"/>
                </a:lnTo>
                <a:lnTo>
                  <a:pt x="123" y="0"/>
                </a:lnTo>
                <a:lnTo>
                  <a:pt x="235" y="0"/>
                </a:lnTo>
                <a:lnTo>
                  <a:pt x="137" y="190"/>
                </a:lnTo>
                <a:lnTo>
                  <a:pt x="235" y="190"/>
                </a:lnTo>
                <a:lnTo>
                  <a:pt x="235" y="413"/>
                </a:lnTo>
                <a:lnTo>
                  <a:pt x="0" y="413"/>
                </a:lnTo>
                <a:close/>
                <a:moveTo>
                  <a:pt x="283" y="413"/>
                </a:moveTo>
                <a:lnTo>
                  <a:pt x="283" y="202"/>
                </a:lnTo>
                <a:lnTo>
                  <a:pt x="407" y="0"/>
                </a:lnTo>
                <a:lnTo>
                  <a:pt x="517" y="0"/>
                </a:lnTo>
                <a:lnTo>
                  <a:pt x="419" y="190"/>
                </a:lnTo>
                <a:lnTo>
                  <a:pt x="517" y="190"/>
                </a:lnTo>
                <a:lnTo>
                  <a:pt x="517" y="413"/>
                </a:lnTo>
                <a:lnTo>
                  <a:pt x="283" y="41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/>
          </a:p>
        </p:txBody>
      </p:sp>
      <p:sp>
        <p:nvSpPr>
          <p:cNvPr id="16" name="Content Placeholder 9"/>
          <p:cNvSpPr>
            <a:spLocks noGrp="1"/>
          </p:cNvSpPr>
          <p:nvPr userDrawn="1">
            <p:ph sz="quarter" idx="13"/>
          </p:nvPr>
        </p:nvSpPr>
        <p:spPr>
          <a:xfrm>
            <a:off x="382325" y="1295400"/>
            <a:ext cx="3580075" cy="4876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buNone/>
              <a:defRPr sz="2400">
                <a:solidFill>
                  <a:schemeClr val="bg1"/>
                </a:solidFill>
                <a:latin typeface="+mn-lt"/>
              </a:defRPr>
            </a:lvl1pPr>
            <a:lvl2pPr marL="230712" indent="-230712">
              <a:lnSpc>
                <a:spcPct val="100000"/>
              </a:lnSpc>
              <a:spcBef>
                <a:spcPts val="8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133">
                <a:solidFill>
                  <a:schemeClr val="bg2"/>
                </a:solidFill>
                <a:latin typeface="+mn-lt"/>
              </a:defRPr>
            </a:lvl2pPr>
            <a:lvl3pPr marL="613818" indent="-226478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600">
                <a:solidFill>
                  <a:schemeClr val="bg2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Picture Placeholder 16"/>
          <p:cNvSpPr>
            <a:spLocks noGrp="1"/>
          </p:cNvSpPr>
          <p:nvPr userDrawn="1">
            <p:ph type="pic" sz="quarter" idx="16"/>
          </p:nvPr>
        </p:nvSpPr>
        <p:spPr>
          <a:xfrm>
            <a:off x="4343400" y="1295400"/>
            <a:ext cx="7467600" cy="1524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600"/>
            </a:lvl1pPr>
          </a:lstStyle>
          <a:p>
            <a:endParaRPr lang="en-US"/>
          </a:p>
        </p:txBody>
      </p:sp>
      <p:sp>
        <p:nvSpPr>
          <p:cNvPr id="18" name="Picture Placeholder 16"/>
          <p:cNvSpPr>
            <a:spLocks noGrp="1"/>
          </p:cNvSpPr>
          <p:nvPr userDrawn="1">
            <p:ph type="pic" sz="quarter" idx="17"/>
          </p:nvPr>
        </p:nvSpPr>
        <p:spPr>
          <a:xfrm>
            <a:off x="4343400" y="3048000"/>
            <a:ext cx="3581400" cy="31242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6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1392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72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430000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33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855741"/>
            <a:ext cx="11430000" cy="2872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381000" y="1600200"/>
            <a:ext cx="11430000" cy="4419600"/>
          </a:xfrm>
          <a:prstGeom prst="rect">
            <a:avLst/>
          </a:prstGeom>
        </p:spPr>
        <p:txBody>
          <a:bodyPr lIns="0" tIns="0" rIns="0" bIns="0"/>
          <a:lstStyle>
            <a:lvl1pPr marL="228594" indent="-228594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83" indent="-228594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73" indent="-152396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67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60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49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422364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11430000" cy="4419600"/>
          </a:xfrm>
          <a:prstGeom prst="rect">
            <a:avLst/>
          </a:prstGeom>
        </p:spPr>
        <p:txBody>
          <a:bodyPr lIns="0" tIns="0" rIns="0" bIns="0"/>
          <a:lstStyle>
            <a:lvl1pPr marL="228594" indent="-228594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83" indent="-228594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73" indent="-152396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67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60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49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412980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4">
          <p15:clr>
            <a:srgbClr val="FBAE40"/>
          </p15:clr>
        </p15:guide>
        <p15:guide id="2" orient="horz" pos="756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1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381000" y="552449"/>
            <a:ext cx="9982200" cy="1994392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l">
              <a:defRPr sz="72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381000" y="2743200"/>
            <a:ext cx="9982200" cy="165576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7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11668" y="5831699"/>
            <a:ext cx="3608832" cy="469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13222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 2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552449"/>
            <a:ext cx="9982200" cy="1994392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l">
              <a:defRPr sz="72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2743200"/>
            <a:ext cx="9982200" cy="165576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7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11668" y="5831699"/>
            <a:ext cx="3608832" cy="469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479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2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 3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552449"/>
            <a:ext cx="9982200" cy="1994392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l">
              <a:defRPr sz="72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2743200"/>
            <a:ext cx="9982200" cy="165576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7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11668" y="5831699"/>
            <a:ext cx="3608832" cy="469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3272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2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 4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552449"/>
            <a:ext cx="9982200" cy="1994392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l">
              <a:defRPr sz="72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2743200"/>
            <a:ext cx="9982200" cy="165576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7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11668" y="5831699"/>
            <a:ext cx="3608832" cy="469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9010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2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552449"/>
            <a:ext cx="9982200" cy="1994392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l">
              <a:defRPr sz="72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2743200"/>
            <a:ext cx="9982200" cy="165576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7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11668" y="5831699"/>
            <a:ext cx="3608832" cy="469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85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2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430000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33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646775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4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430000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33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914400"/>
            <a:ext cx="11430000" cy="2872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922743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430000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33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11430000" cy="4419600"/>
          </a:xfrm>
          <a:prstGeom prst="rect">
            <a:avLst/>
          </a:prstGeom>
        </p:spPr>
        <p:txBody>
          <a:bodyPr lIns="0" tIns="0" rIns="0" bIns="0"/>
          <a:lstStyle>
            <a:lvl1pPr marL="228594" indent="-228594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83" indent="-228594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73" indent="-152396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67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60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49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09964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4">
          <p15:clr>
            <a:srgbClr val="FBAE40"/>
          </p15:clr>
        </p15:guide>
        <p15:guide id="2" orient="horz" pos="756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430000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33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914400"/>
            <a:ext cx="11430000" cy="2872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381000" y="1600200"/>
            <a:ext cx="11430000" cy="4419600"/>
          </a:xfrm>
          <a:prstGeom prst="rect">
            <a:avLst/>
          </a:prstGeom>
        </p:spPr>
        <p:txBody>
          <a:bodyPr lIns="0" tIns="0" rIns="0" bIns="0"/>
          <a:lstStyle>
            <a:lvl1pPr marL="228594" indent="-228594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83" indent="-228594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73" indent="-152396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67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60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49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561924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649" y="304800"/>
            <a:ext cx="11436351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733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600200"/>
            <a:ext cx="5410200" cy="4351339"/>
          </a:xfrm>
          <a:prstGeom prst="rect">
            <a:avLst/>
          </a:prstGeom>
        </p:spPr>
        <p:txBody>
          <a:bodyPr lIns="0" tIns="0" rIns="0" bIns="0"/>
          <a:lstStyle>
            <a:lvl1pPr>
              <a:buClr>
                <a:srgbClr val="808080"/>
              </a:buClr>
              <a:defRPr lang="en-US" sz="2400" dirty="0" smtClean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>
              <a:buClr>
                <a:srgbClr val="808080"/>
              </a:buClr>
              <a:defRPr lang="en-US" sz="1867" dirty="0" smtClean="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>
              <a:buClr>
                <a:srgbClr val="808080"/>
              </a:buClr>
              <a:defRPr lang="en-US" sz="1467" dirty="0" smtClean="0">
                <a:solidFill>
                  <a:schemeClr val="bg2"/>
                </a:solidFill>
                <a:latin typeface="Arial" panose="020B0604020202020204" pitchFamily="34" charset="0"/>
              </a:defRPr>
            </a:lvl3pPr>
          </a:lstStyle>
          <a:p>
            <a:pPr lvl="0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</a:pPr>
            <a:r>
              <a:rPr lang="en-US"/>
              <a:t>Click to edit Master text styles</a:t>
            </a:r>
          </a:p>
          <a:p>
            <a:pPr lvl="1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</a:pPr>
            <a:r>
              <a:rPr lang="en-US"/>
              <a:t>Second level</a:t>
            </a:r>
          </a:p>
          <a:p>
            <a:pPr lvl="2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</a:pPr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0800" y="1612900"/>
            <a:ext cx="5410200" cy="4351339"/>
          </a:xfrm>
          <a:prstGeom prst="rect">
            <a:avLst/>
          </a:prstGeom>
        </p:spPr>
        <p:txBody>
          <a:bodyPr lIns="0" tIns="0" rIns="0" bIns="0"/>
          <a:lstStyle>
            <a:lvl1pPr>
              <a:buClr>
                <a:srgbClr val="808080"/>
              </a:buClr>
              <a:defRPr lang="en-US" sz="2400" dirty="0" smtClean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>
              <a:buClr>
                <a:srgbClr val="808080"/>
              </a:buClr>
              <a:defRPr lang="en-US" sz="1867" dirty="0" smtClean="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>
              <a:buClr>
                <a:srgbClr val="808080"/>
              </a:buClr>
              <a:defRPr lang="en-US" sz="1467" dirty="0" smtClean="0">
                <a:solidFill>
                  <a:schemeClr val="bg2"/>
                </a:solidFill>
                <a:latin typeface="Arial" panose="020B0604020202020204" pitchFamily="34" charset="0"/>
              </a:defRPr>
            </a:lvl3pPr>
          </a:lstStyle>
          <a:p>
            <a:pPr lvl="0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</a:pPr>
            <a:r>
              <a:rPr lang="en-US"/>
              <a:t>Click to edit Master text styles</a:t>
            </a:r>
          </a:p>
          <a:p>
            <a:pPr lvl="1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</a:pPr>
            <a:r>
              <a:rPr lang="en-US"/>
              <a:t>Second level</a:t>
            </a:r>
          </a:p>
          <a:p>
            <a:pPr lvl="2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</a:pPr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519798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56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w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649" y="304800"/>
            <a:ext cx="11436351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733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892301"/>
            <a:ext cx="5410200" cy="4076700"/>
          </a:xfrm>
          <a:prstGeom prst="rect">
            <a:avLst/>
          </a:prstGeom>
        </p:spPr>
        <p:txBody>
          <a:bodyPr lIns="0" tIns="0" rIns="0" bIns="0"/>
          <a:lstStyle>
            <a:lvl1pPr>
              <a:buClr>
                <a:srgbClr val="808080"/>
              </a:buClr>
              <a:defRPr lang="en-US" sz="2400" dirty="0" smtClean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>
              <a:buClr>
                <a:srgbClr val="808080"/>
              </a:buClr>
              <a:defRPr lang="en-US" sz="1867" dirty="0" smtClean="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>
              <a:buClr>
                <a:srgbClr val="808080"/>
              </a:buClr>
              <a:defRPr lang="en-US" sz="1467" dirty="0" smtClean="0">
                <a:solidFill>
                  <a:schemeClr val="bg2"/>
                </a:solidFill>
                <a:latin typeface="Arial" panose="020B0604020202020204" pitchFamily="34" charset="0"/>
              </a:defRPr>
            </a:lvl3pPr>
          </a:lstStyle>
          <a:p>
            <a:pPr lvl="0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</a:pPr>
            <a:r>
              <a:rPr lang="en-US"/>
              <a:t>Click to edit Master text styles</a:t>
            </a:r>
          </a:p>
          <a:p>
            <a:pPr lvl="1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</a:pPr>
            <a:r>
              <a:rPr lang="en-US"/>
              <a:t>Second level</a:t>
            </a:r>
          </a:p>
          <a:p>
            <a:pPr lvl="2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</a:pPr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0800" y="1905001"/>
            <a:ext cx="5410200" cy="4076700"/>
          </a:xfrm>
          <a:prstGeom prst="rect">
            <a:avLst/>
          </a:prstGeom>
        </p:spPr>
        <p:txBody>
          <a:bodyPr lIns="0" tIns="0" rIns="0" bIns="0"/>
          <a:lstStyle>
            <a:lvl1pPr>
              <a:buClr>
                <a:srgbClr val="808080"/>
              </a:buClr>
              <a:defRPr lang="en-US" sz="2400" dirty="0" smtClean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>
              <a:buClr>
                <a:srgbClr val="808080"/>
              </a:buClr>
              <a:defRPr lang="en-US" sz="1867" dirty="0" smtClean="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>
              <a:buClr>
                <a:srgbClr val="808080"/>
              </a:buClr>
              <a:defRPr lang="en-US" sz="1467" dirty="0" smtClean="0">
                <a:solidFill>
                  <a:schemeClr val="bg2"/>
                </a:solidFill>
                <a:latin typeface="Arial" panose="020B0604020202020204" pitchFamily="34" charset="0"/>
              </a:defRPr>
            </a:lvl3pPr>
          </a:lstStyle>
          <a:p>
            <a:pPr lvl="0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</a:pPr>
            <a:r>
              <a:rPr lang="en-US"/>
              <a:t>Click to edit Master text styles</a:t>
            </a:r>
          </a:p>
          <a:p>
            <a:pPr lvl="1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</a:pPr>
            <a:r>
              <a:rPr lang="en-US"/>
              <a:t>Second level</a:t>
            </a:r>
          </a:p>
          <a:p>
            <a:pPr lvl="2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</a:pPr>
            <a:r>
              <a:rPr lang="en-US"/>
              <a:t>Third level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idx="10"/>
          </p:nvPr>
        </p:nvSpPr>
        <p:spPr>
          <a:xfrm>
            <a:off x="381000" y="1295400"/>
            <a:ext cx="5410200" cy="381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2667" b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4157" y="1295400"/>
            <a:ext cx="5436844" cy="381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2667" b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962978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12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w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649" y="304800"/>
            <a:ext cx="11436351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733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2057401"/>
            <a:ext cx="3581400" cy="4076700"/>
          </a:xfrm>
          <a:prstGeom prst="rect">
            <a:avLst/>
          </a:prstGeom>
        </p:spPr>
        <p:txBody>
          <a:bodyPr lIns="0" tIns="0" rIns="0" bIns="0"/>
          <a:lstStyle>
            <a:lvl1pPr>
              <a:buClr>
                <a:srgbClr val="808080"/>
              </a:buClr>
              <a:defRPr lang="en-US" sz="2133" dirty="0" smtClean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>
              <a:buClr>
                <a:srgbClr val="808080"/>
              </a:buClr>
              <a:defRPr lang="en-US" sz="1600" dirty="0" smtClean="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>
              <a:buClr>
                <a:srgbClr val="808080"/>
              </a:buClr>
              <a:defRPr lang="en-US" sz="1400" dirty="0" smtClean="0">
                <a:solidFill>
                  <a:schemeClr val="bg2"/>
                </a:solidFill>
                <a:latin typeface="Arial" panose="020B0604020202020204" pitchFamily="34" charset="0"/>
              </a:defRPr>
            </a:lvl3pPr>
          </a:lstStyle>
          <a:p>
            <a:pPr lvl="0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</a:pPr>
            <a:r>
              <a:rPr lang="en-US"/>
              <a:t>Click to edit Master text styles</a:t>
            </a:r>
          </a:p>
          <a:p>
            <a:pPr lvl="1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</a:pPr>
            <a:r>
              <a:rPr lang="en-US"/>
              <a:t>Second level</a:t>
            </a:r>
          </a:p>
          <a:p>
            <a:pPr lvl="2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</a:pPr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05300" y="2057401"/>
            <a:ext cx="3581400" cy="4076700"/>
          </a:xfrm>
          <a:prstGeom prst="rect">
            <a:avLst/>
          </a:prstGeom>
        </p:spPr>
        <p:txBody>
          <a:bodyPr lIns="0" tIns="0" rIns="0" bIns="0"/>
          <a:lstStyle>
            <a:lvl1pPr>
              <a:buClr>
                <a:srgbClr val="808080"/>
              </a:buClr>
              <a:defRPr lang="en-US" sz="2133" dirty="0" smtClean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>
              <a:buClr>
                <a:srgbClr val="808080"/>
              </a:buClr>
              <a:defRPr lang="en-US" sz="1600" dirty="0" smtClean="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>
              <a:buClr>
                <a:srgbClr val="808080"/>
              </a:buClr>
              <a:defRPr lang="en-US" sz="1400" dirty="0" smtClean="0">
                <a:solidFill>
                  <a:schemeClr val="bg2"/>
                </a:solidFill>
                <a:latin typeface="Arial" panose="020B0604020202020204" pitchFamily="34" charset="0"/>
              </a:defRPr>
            </a:lvl3pPr>
          </a:lstStyle>
          <a:p>
            <a:pPr lvl="0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</a:pPr>
            <a:r>
              <a:rPr lang="en-US"/>
              <a:t>Click to edit Master text styles</a:t>
            </a:r>
          </a:p>
          <a:p>
            <a:pPr lvl="1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</a:pPr>
            <a:r>
              <a:rPr lang="en-US"/>
              <a:t>Second level</a:t>
            </a:r>
          </a:p>
          <a:p>
            <a:pPr lvl="2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</a:pPr>
            <a:r>
              <a:rPr lang="en-US"/>
              <a:t>Third level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idx="10"/>
          </p:nvPr>
        </p:nvSpPr>
        <p:spPr>
          <a:xfrm>
            <a:off x="381000" y="1295400"/>
            <a:ext cx="3581400" cy="381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67200" y="1295400"/>
            <a:ext cx="3581400" cy="381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11"/>
          </p:nvPr>
        </p:nvSpPr>
        <p:spPr>
          <a:xfrm>
            <a:off x="8229600" y="2057401"/>
            <a:ext cx="3581400" cy="4076700"/>
          </a:xfrm>
          <a:prstGeom prst="rect">
            <a:avLst/>
          </a:prstGeom>
        </p:spPr>
        <p:txBody>
          <a:bodyPr lIns="0" tIns="0" rIns="0" bIns="0"/>
          <a:lstStyle>
            <a:lvl1pPr>
              <a:buClr>
                <a:srgbClr val="808080"/>
              </a:buClr>
              <a:defRPr lang="en-US" sz="2133" dirty="0" smtClean="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>
              <a:buClr>
                <a:srgbClr val="808080"/>
              </a:buClr>
              <a:defRPr lang="en-US" sz="1600" dirty="0" smtClean="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>
              <a:buClr>
                <a:srgbClr val="808080"/>
              </a:buClr>
              <a:defRPr lang="en-US" sz="1400" dirty="0" smtClean="0">
                <a:solidFill>
                  <a:schemeClr val="bg2"/>
                </a:solidFill>
                <a:latin typeface="Arial" panose="020B0604020202020204" pitchFamily="34" charset="0"/>
              </a:defRPr>
            </a:lvl3pPr>
          </a:lstStyle>
          <a:p>
            <a:pPr lvl="0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</a:pPr>
            <a:r>
              <a:rPr lang="en-US"/>
              <a:t>Click to edit Master text styles</a:t>
            </a:r>
          </a:p>
          <a:p>
            <a:pPr lvl="1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</a:pPr>
            <a:r>
              <a:rPr lang="en-US"/>
              <a:t>Second level</a:t>
            </a:r>
          </a:p>
          <a:p>
            <a:pPr lvl="2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</a:pPr>
            <a:r>
              <a:rPr lang="en-US"/>
              <a:t>Third level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8202956" y="1295400"/>
            <a:ext cx="3581400" cy="381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964149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12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557627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431804"/>
            <a:ext cx="10515600" cy="1994392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>
              <a:defRPr sz="72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4537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Gray">
    <p:bg>
      <p:bgPr>
        <a:solidFill>
          <a:srgbClr val="808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431804"/>
            <a:ext cx="10515600" cy="1994392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>
              <a:defRPr sz="72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63375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3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431804"/>
            <a:ext cx="10515600" cy="1994392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>
              <a:defRPr sz="72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95829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4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431804"/>
            <a:ext cx="10515600" cy="1994392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>
              <a:defRPr sz="7200">
                <a:solidFill>
                  <a:schemeClr val="tx2"/>
                </a:solidFill>
                <a:effectLst>
                  <a:glow rad="127000">
                    <a:schemeClr val="bg2">
                      <a:alpha val="20000"/>
                    </a:schemeClr>
                  </a:glow>
                </a:effectLst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9754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5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431804"/>
            <a:ext cx="10515600" cy="1994392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>
              <a:defRPr sz="72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09508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6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2431804"/>
            <a:ext cx="10515600" cy="1994392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>
              <a:defRPr sz="72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948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2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ave bkg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0669" y="914400"/>
            <a:ext cx="12190476" cy="519365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430000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33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768977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logo slide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01837" y="3005739"/>
            <a:ext cx="6790944" cy="88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28143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logo slide gray">
    <p:bg>
      <p:bgPr>
        <a:solidFill>
          <a:srgbClr val="808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01837" y="3005739"/>
            <a:ext cx="6790944" cy="88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26403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er no body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5759" y="362515"/>
            <a:ext cx="10607040" cy="664775"/>
          </a:xfrm>
          <a:prstGeom prst="rect">
            <a:avLst/>
          </a:prstGeom>
        </p:spPr>
        <p:txBody>
          <a:bodyPr lIns="0" rIns="0"/>
          <a:lstStyle>
            <a:lvl1pPr>
              <a:defRPr>
                <a:solidFill>
                  <a:srgbClr val="007DB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content page title</a:t>
            </a:r>
          </a:p>
        </p:txBody>
      </p:sp>
    </p:spTree>
    <p:extLst>
      <p:ext uri="{BB962C8B-B14F-4D97-AF65-F5344CB8AC3E}">
        <p14:creationId xmlns:p14="http://schemas.microsoft.com/office/powerpoint/2010/main" val="2177508989"/>
      </p:ext>
    </p:extLst>
  </p:cSld>
  <p:clrMapOvr>
    <a:masterClrMapping/>
  </p:clrMapOvr>
  <p:transition spd="med">
    <p:wipe dir="r"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_body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5759" y="362515"/>
            <a:ext cx="10607040" cy="853440"/>
          </a:xfrm>
          <a:prstGeom prst="rect">
            <a:avLst/>
          </a:prstGeom>
        </p:spPr>
        <p:txBody>
          <a:bodyPr lIns="0" rIns="0"/>
          <a:lstStyle>
            <a:lvl1pPr>
              <a:defRPr baseline="0">
                <a:solidFill>
                  <a:srgbClr val="007DB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content page title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65759" y="1706880"/>
            <a:ext cx="10607039" cy="42672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AAAAAA"/>
              </a:buClr>
              <a:buFont typeface="Arial" pitchFamily="34" charset="0"/>
              <a:buNone/>
              <a:defRPr sz="1867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64098" indent="-30902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AAAAAA"/>
              </a:buClr>
              <a:buFont typeface="Museo Sans For Dell" pitchFamily="2" charset="0"/>
              <a:buChar char="–"/>
              <a:defRPr sz="1600">
                <a:solidFill>
                  <a:schemeClr val="bg2"/>
                </a:solidFill>
                <a:latin typeface="Museo Sans For Dell" pitchFamily="2" charset="0"/>
              </a:defRPr>
            </a:lvl2pPr>
            <a:lvl3pPr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AAAAAA"/>
              </a:buClr>
              <a:defRPr sz="1333">
                <a:solidFill>
                  <a:schemeClr val="bg2"/>
                </a:solidFill>
                <a:latin typeface="Museo Sans For Dell" pitchFamily="2" charset="0"/>
              </a:defRPr>
            </a:lvl3pPr>
            <a:lvl4pPr>
              <a:spcBef>
                <a:spcPts val="400"/>
              </a:spcBef>
              <a:spcAft>
                <a:spcPts val="0"/>
              </a:spcAft>
              <a:buClr>
                <a:srgbClr val="AAAAAA"/>
              </a:buClr>
              <a:defRPr sz="1333" baseline="0">
                <a:solidFill>
                  <a:schemeClr val="bg2"/>
                </a:solidFill>
                <a:latin typeface="Museo Sans For Dell" pitchFamily="2" charset="0"/>
              </a:defRPr>
            </a:lvl4pPr>
            <a:lvl5pPr>
              <a:spcBef>
                <a:spcPts val="400"/>
              </a:spcBef>
              <a:spcAft>
                <a:spcPts val="0"/>
              </a:spcAft>
              <a:buClr>
                <a:srgbClr val="AAAAAA"/>
              </a:buClr>
              <a:defRPr sz="1600">
                <a:solidFill>
                  <a:schemeClr val="tx1"/>
                </a:solidFill>
                <a:latin typeface="Museo Sans For Dell" pitchFamily="2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615268602"/>
      </p:ext>
    </p:extLst>
  </p:cSld>
  <p:clrMapOvr>
    <a:masterClrMapping/>
  </p:clrMapOvr>
  <p:transition spd="med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18" Type="http://schemas.openxmlformats.org/officeDocument/2006/relationships/slideLayout" Target="../slideLayouts/slideLayout52.xml"/><Relationship Id="rId26" Type="http://schemas.openxmlformats.org/officeDocument/2006/relationships/image" Target="../media/image15.png"/><Relationship Id="rId3" Type="http://schemas.openxmlformats.org/officeDocument/2006/relationships/slideLayout" Target="../slideLayouts/slideLayout37.xml"/><Relationship Id="rId21" Type="http://schemas.openxmlformats.org/officeDocument/2006/relationships/slideLayout" Target="../slideLayouts/slideLayout55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51.xml"/><Relationship Id="rId25" Type="http://schemas.openxmlformats.org/officeDocument/2006/relationships/theme" Target="../theme/theme2.xml"/><Relationship Id="rId2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50.xml"/><Relationship Id="rId2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24" Type="http://schemas.openxmlformats.org/officeDocument/2006/relationships/slideLayout" Target="../slideLayouts/slideLayout58.xml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23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44.xml"/><Relationship Id="rId19" Type="http://schemas.openxmlformats.org/officeDocument/2006/relationships/slideLayout" Target="../slideLayouts/slideLayout53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Relationship Id="rId22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79" y="6451744"/>
            <a:ext cx="1438656" cy="187024"/>
          </a:xfrm>
          <a:prstGeom prst="rect">
            <a:avLst/>
          </a:prstGeom>
        </p:spPr>
      </p:pic>
      <p:sp>
        <p:nvSpPr>
          <p:cNvPr id="7" name="fl" descr="                              Dell - Internal Use - Confidential&#10;"/>
          <p:cNvSpPr txBox="1"/>
          <p:nvPr userDrawn="1"/>
        </p:nvSpPr>
        <p:spPr>
          <a:xfrm>
            <a:off x="5600137" y="6696353"/>
            <a:ext cx="1009892" cy="92398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indent="0" algn="l" defTabSz="1219170" rtl="0" eaLnBrk="1" fontAlgn="base" latinLnBrk="0" hangingPunct="1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/>
            </a:pPr>
            <a:r>
              <a:rPr lang="en-US" sz="667" b="0" i="0" u="none" baseline="0">
                <a:solidFill>
                  <a:srgbClr val="808080"/>
                </a:solidFill>
                <a:latin typeface="Arial" panose="020B0604020202020204" pitchFamily="34" charset="0"/>
              </a:rPr>
              <a:t>© Copyright 2020 Dell Inc.</a:t>
            </a:r>
          </a:p>
        </p:txBody>
      </p:sp>
      <p:sp>
        <p:nvSpPr>
          <p:cNvPr id="6" name="TextBox 19"/>
          <p:cNvSpPr txBox="1"/>
          <p:nvPr userDrawn="1"/>
        </p:nvSpPr>
        <p:spPr>
          <a:xfrm>
            <a:off x="5140350" y="6697379"/>
            <a:ext cx="105798" cy="9239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667" b="0" kern="1200" smtClean="0">
                <a:solidFill>
                  <a:srgbClr val="808080"/>
                </a:solidFill>
                <a:latin typeface="Arial" panose="020B0604020202020204" pitchFamily="34" charset="0"/>
                <a:ea typeface="+mn-ea"/>
                <a:cs typeface="+mn-cs"/>
              </a:rPr>
              <a:pPr algn="r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667" b="0" kern="1200" err="1">
              <a:solidFill>
                <a:srgbClr val="808080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" name="TextBox 16"/>
          <p:cNvSpPr txBox="1"/>
          <p:nvPr userDrawn="1"/>
        </p:nvSpPr>
        <p:spPr>
          <a:xfrm>
            <a:off x="5276065" y="6697379"/>
            <a:ext cx="192360" cy="92398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r>
              <a:rPr lang="en-US" sz="667" kern="1200">
                <a:solidFill>
                  <a:srgbClr val="808080"/>
                </a:solidFill>
                <a:latin typeface="Arial" panose="020B0604020202020204" pitchFamily="34" charset="0"/>
                <a:ea typeface="+mn-ea"/>
                <a:cs typeface="+mn-cs"/>
              </a:rPr>
              <a:t>of 97</a:t>
            </a:r>
          </a:p>
        </p:txBody>
      </p:sp>
      <p:sp>
        <p:nvSpPr>
          <p:cNvPr id="2" name="MSIPCMContentMarking" descr="{&quot;HashCode&quot;:-1912962988,&quot;Placement&quot;:&quot;Footer&quot;}">
            <a:extLst>
              <a:ext uri="{FF2B5EF4-FFF2-40B4-BE49-F238E27FC236}">
                <a16:creationId xmlns:a16="http://schemas.microsoft.com/office/drawing/2014/main" id="{8BDD0DC0-9013-498F-9D51-38A92F0F3FD5}"/>
              </a:ext>
            </a:extLst>
          </p:cNvPr>
          <p:cNvSpPr txBox="1"/>
          <p:nvPr userDrawn="1"/>
        </p:nvSpPr>
        <p:spPr>
          <a:xfrm>
            <a:off x="0" y="6646927"/>
            <a:ext cx="1185008" cy="21107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700">
                <a:solidFill>
                  <a:srgbClr val="7F7F7F"/>
                </a:solidFill>
                <a:latin typeface="Calibri" panose="020F0502020204030204" pitchFamily="34" charset="0"/>
              </a:rPr>
              <a:t>Internal Use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1500337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  <p:sldLayoutId id="2147483765" r:id="rId12"/>
    <p:sldLayoutId id="2147483743" r:id="rId13"/>
    <p:sldLayoutId id="2147483744" r:id="rId14"/>
    <p:sldLayoutId id="2147483768" r:id="rId15"/>
    <p:sldLayoutId id="2147483745" r:id="rId16"/>
    <p:sldLayoutId id="2147483770" r:id="rId17"/>
    <p:sldLayoutId id="2147483771" r:id="rId18"/>
    <p:sldLayoutId id="2147483772" r:id="rId19"/>
    <p:sldLayoutId id="2147483773" r:id="rId20"/>
    <p:sldLayoutId id="2147483748" r:id="rId21"/>
    <p:sldLayoutId id="2147483749" r:id="rId22"/>
    <p:sldLayoutId id="2147483774" r:id="rId23"/>
    <p:sldLayoutId id="2147483775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1" r:id="rId30"/>
    <p:sldLayoutId id="2147483692" r:id="rId31"/>
    <p:sldLayoutId id="2147483693" r:id="rId32"/>
    <p:sldLayoutId id="2147483751" r:id="rId33"/>
    <p:sldLayoutId id="2147483752" r:id="rId34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1620">
          <p15:clr>
            <a:srgbClr val="F26B43"/>
          </p15:clr>
        </p15:guide>
        <p15:guide id="3" pos="180">
          <p15:clr>
            <a:srgbClr val="F26B43"/>
          </p15:clr>
        </p15:guide>
        <p15:guide id="4" pos="558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9"/>
          <p:cNvSpPr txBox="1"/>
          <p:nvPr userDrawn="1"/>
        </p:nvSpPr>
        <p:spPr>
          <a:xfrm>
            <a:off x="369116" y="6678018"/>
            <a:ext cx="125034" cy="1108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 defTabSz="914377">
              <a:lnSpc>
                <a:spcPct val="90000"/>
              </a:lnSpc>
              <a:buClr>
                <a:srgbClr val="0076CE"/>
              </a:buClr>
            </a:pPr>
            <a:fld id="{58EC7406-F4CC-4ABF-902E-2AF4E70E5C0F}" type="slidenum">
              <a:rPr lang="en-US" sz="800" smtClean="0">
                <a:solidFill>
                  <a:srgbClr val="808080"/>
                </a:solidFill>
                <a:latin typeface="Arial" panose="020B0604020202020204" pitchFamily="34" charset="0"/>
              </a:rPr>
              <a:pPr algn="r" defTabSz="914377">
                <a:lnSpc>
                  <a:spcPct val="90000"/>
                </a:lnSpc>
                <a:buClr>
                  <a:srgbClr val="0076CE"/>
                </a:buClr>
              </a:pPr>
              <a:t>‹#›</a:t>
            </a:fld>
            <a:endParaRPr lang="en-US" sz="800" err="1">
              <a:solidFill>
                <a:srgbClr val="808080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16"/>
          <p:cNvSpPr txBox="1"/>
          <p:nvPr userDrawn="1"/>
        </p:nvSpPr>
        <p:spPr>
          <a:xfrm>
            <a:off x="524067" y="6678018"/>
            <a:ext cx="230832" cy="1108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defTabSz="914377">
              <a:lnSpc>
                <a:spcPct val="90000"/>
              </a:lnSpc>
              <a:buClr>
                <a:srgbClr val="0076CE"/>
              </a:buClr>
            </a:pPr>
            <a:r>
              <a:rPr lang="en-US" sz="800">
                <a:solidFill>
                  <a:srgbClr val="808080"/>
                </a:solidFill>
                <a:latin typeface="Arial" panose="020B0604020202020204" pitchFamily="34" charset="0"/>
              </a:rPr>
              <a:t>of 23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79" y="6451744"/>
            <a:ext cx="1438656" cy="187024"/>
          </a:xfrm>
          <a:prstGeom prst="rect">
            <a:avLst/>
          </a:prstGeom>
        </p:spPr>
      </p:pic>
      <p:sp>
        <p:nvSpPr>
          <p:cNvPr id="3" name="MSIPCMContentMarking" descr="{&quot;HashCode&quot;:-1912962988,&quot;Placement&quot;:&quot;Footer&quot;}">
            <a:extLst>
              <a:ext uri="{FF2B5EF4-FFF2-40B4-BE49-F238E27FC236}">
                <a16:creationId xmlns:a16="http://schemas.microsoft.com/office/drawing/2014/main" id="{D6BF6597-2322-49A4-916C-8DCE82A6167A}"/>
              </a:ext>
            </a:extLst>
          </p:cNvPr>
          <p:cNvSpPr txBox="1"/>
          <p:nvPr userDrawn="1"/>
        </p:nvSpPr>
        <p:spPr>
          <a:xfrm>
            <a:off x="0" y="6646927"/>
            <a:ext cx="1185008" cy="21107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700">
                <a:solidFill>
                  <a:srgbClr val="7F7F7F"/>
                </a:solidFill>
                <a:latin typeface="Calibri" panose="020F0502020204030204" pitchFamily="34" charset="0"/>
              </a:rPr>
              <a:t>Internal Use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596253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16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svg"/><Relationship Id="rId4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9D83A62-EC8C-4A7E-B681-3427359838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608" y="773188"/>
            <a:ext cx="11384328" cy="1415772"/>
          </a:xfrm>
        </p:spPr>
        <p:txBody>
          <a:bodyPr anchor="t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800">
                <a:latin typeface="Arial"/>
                <a:cs typeface="Arial"/>
              </a:rPr>
              <a:t>VMware to OpenShift Migration -</a:t>
            </a:r>
            <a:br>
              <a:rPr lang="en-US" sz="4800">
                <a:latin typeface="Arial"/>
                <a:cs typeface="Arial"/>
              </a:rPr>
            </a:br>
            <a:r>
              <a:rPr lang="en-US" sz="4400">
                <a:latin typeface="Arial"/>
                <a:ea typeface="+mn-ea"/>
                <a:cs typeface="Arial"/>
              </a:rPr>
              <a:t>Single Click Migration</a:t>
            </a:r>
            <a:endParaRPr kumimoji="0" lang="en-US" sz="4400" b="1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E4C87B-1BFB-438F-8085-9A84DFB4C992}"/>
              </a:ext>
            </a:extLst>
          </p:cNvPr>
          <p:cNvSpPr txBox="1"/>
          <p:nvPr/>
        </p:nvSpPr>
        <p:spPr>
          <a:xfrm>
            <a:off x="87095" y="2392520"/>
            <a:ext cx="4203986" cy="15696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 sz="3200">
              <a:solidFill>
                <a:schemeClr val="tx2"/>
              </a:solidFill>
              <a:latin typeface="+mj-lt"/>
            </a:endParaRPr>
          </a:p>
          <a:p>
            <a:endParaRPr lang="en-US" sz="3200">
              <a:solidFill>
                <a:schemeClr val="tx2"/>
              </a:solidFill>
              <a:latin typeface="+mj-lt"/>
            </a:endParaRPr>
          </a:p>
          <a:p>
            <a:r>
              <a:rPr lang="en-US" sz="3200">
                <a:solidFill>
                  <a:schemeClr val="tx2"/>
                </a:solidFill>
                <a:latin typeface="+mj-lt"/>
              </a:rPr>
              <a:t>  Demo</a:t>
            </a:r>
            <a:endParaRPr lang="en-US">
              <a:solidFill>
                <a:schemeClr val="tx2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00860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FED01-71FA-267D-27B9-883608CED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1036C-6BE8-096F-5DEA-53FDC20F26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412" y="370630"/>
            <a:ext cx="11430000" cy="498598"/>
          </a:xfrm>
          <a:prstGeom prst="rect">
            <a:avLst/>
          </a:prstGeom>
        </p:spPr>
        <p:txBody>
          <a:bodyPr/>
          <a:lstStyle/>
          <a:p>
            <a:r>
              <a:rPr lang="en-US" sz="3600">
                <a:latin typeface="Arial"/>
                <a:cs typeface="Arial"/>
              </a:rPr>
              <a:t>Agenda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650496-897A-90B9-DD19-029C07F4B6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1412" y="1606949"/>
            <a:ext cx="11430000" cy="4110274"/>
          </a:xfrm>
        </p:spPr>
        <p:txBody>
          <a:bodyPr lIns="0" tIns="0" rIns="0" bIns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Arial"/>
                <a:cs typeface="Arial"/>
              </a:rPr>
              <a:t>Overview of migration process</a:t>
            </a:r>
            <a:endParaRPr lang="en-US" sz="2800" dirty="0"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>
              <a:latin typeface="Arial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Arial"/>
                <a:cs typeface="Arial"/>
              </a:rPr>
              <a:t>Problem Statement</a:t>
            </a:r>
            <a:endParaRPr lang="en-US" sz="2800" dirty="0"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>
              <a:latin typeface="Arial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Arial"/>
                <a:cs typeface="Arial"/>
              </a:rPr>
              <a:t>Migration Automation Architecture</a:t>
            </a:r>
            <a:endParaRPr lang="en-US" sz="2800" dirty="0"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>
              <a:latin typeface="Arial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Arial"/>
                <a:cs typeface="Arial"/>
              </a:rPr>
              <a:t>Demo on Migration Execution Automation</a:t>
            </a:r>
          </a:p>
        </p:txBody>
      </p:sp>
    </p:spTree>
    <p:extLst>
      <p:ext uri="{BB962C8B-B14F-4D97-AF65-F5344CB8AC3E}">
        <p14:creationId xmlns:p14="http://schemas.microsoft.com/office/powerpoint/2010/main" val="4157533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7114C-C5D1-B659-CDF9-D468D8BE5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E6EF4-ED09-52FD-FBBE-C8C9941665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552449"/>
            <a:ext cx="11430000" cy="938023"/>
          </a:xfrm>
        </p:spPr>
        <p:txBody>
          <a:bodyPr wrap="square">
            <a:normAutofit fontScale="90000"/>
          </a:bodyPr>
          <a:lstStyle/>
          <a:p>
            <a:r>
              <a:rPr lang="en-US" sz="6600"/>
              <a:t>Overview Of Migration Process</a:t>
            </a:r>
          </a:p>
        </p:txBody>
      </p:sp>
      <p:graphicFrame>
        <p:nvGraphicFramePr>
          <p:cNvPr id="12" name="Subtitle 2">
            <a:extLst>
              <a:ext uri="{FF2B5EF4-FFF2-40B4-BE49-F238E27FC236}">
                <a16:creationId xmlns:a16="http://schemas.microsoft.com/office/drawing/2014/main" id="{BD42BECC-2507-1293-9774-57966D8254C4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167759484"/>
              </p:ext>
            </p:extLst>
          </p:nvPr>
        </p:nvGraphicFramePr>
        <p:xfrm>
          <a:off x="472440" y="1632553"/>
          <a:ext cx="11338560" cy="40050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23458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7FEFA-8E51-A5E0-9647-563D89289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92C9F0D-B588-077A-7BDE-BBB2B58627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64" r="2" b="1206"/>
          <a:stretch>
            <a:fillRect/>
          </a:stretch>
        </p:blipFill>
        <p:spPr>
          <a:xfrm>
            <a:off x="8027166" y="2229401"/>
            <a:ext cx="2936157" cy="246807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3" name="Subtitle 3">
            <a:extLst>
              <a:ext uri="{FF2B5EF4-FFF2-40B4-BE49-F238E27FC236}">
                <a16:creationId xmlns:a16="http://schemas.microsoft.com/office/drawing/2014/main" id="{9CBB34AB-6DC0-72DB-695C-5253785A76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8921" y="575006"/>
            <a:ext cx="10671336" cy="1248041"/>
          </a:xfrm>
        </p:spPr>
        <p:txBody>
          <a:bodyPr wrap="square" lIns="0" tIns="0" rIns="0" bIns="0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400" b="1">
                <a:latin typeface="Arial"/>
                <a:cs typeface="Arial"/>
              </a:rPr>
              <a:t>       </a:t>
            </a:r>
            <a:r>
              <a:rPr lang="en-US" sz="3600" b="1">
                <a:latin typeface="Arial"/>
                <a:cs typeface="Arial"/>
              </a:rPr>
              <a:t>Problem Statement:      Solution:</a:t>
            </a:r>
            <a:endParaRPr lang="en-US" sz="2800" b="1" i="1">
              <a:latin typeface="Gabriola"/>
              <a:cs typeface="Arial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946A5B9-A97E-328B-8758-1B17F91F72CB}"/>
              </a:ext>
            </a:extLst>
          </p:cNvPr>
          <p:cNvSpPr txBox="1">
            <a:spLocks/>
          </p:cNvSpPr>
          <p:nvPr/>
        </p:nvSpPr>
        <p:spPr>
          <a:xfrm>
            <a:off x="873830" y="1250122"/>
            <a:ext cx="5715000" cy="44196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7965" indent="-227965"/>
            <a:endParaRPr lang="en-US">
              <a:solidFill>
                <a:schemeClr val="tx2"/>
              </a:solidFill>
            </a:endParaRPr>
          </a:p>
          <a:p>
            <a:pPr marL="227965" indent="-227965"/>
            <a:r>
              <a:rPr lang="en-US">
                <a:solidFill>
                  <a:schemeClr val="tx2"/>
                </a:solidFill>
              </a:rPr>
              <a:t>Manual Migration Plans Creation </a:t>
            </a:r>
            <a:endParaRPr lang="en-US">
              <a:solidFill>
                <a:schemeClr val="tx2"/>
              </a:solidFill>
              <a:cs typeface="Arial"/>
            </a:endParaRPr>
          </a:p>
          <a:p>
            <a:pPr marL="227965" indent="-227965"/>
            <a:r>
              <a:rPr lang="en-US">
                <a:solidFill>
                  <a:schemeClr val="tx2"/>
                </a:solidFill>
              </a:rPr>
              <a:t>Manual Sync Start Activity</a:t>
            </a:r>
            <a:endParaRPr lang="en-US">
              <a:solidFill>
                <a:schemeClr val="tx2"/>
              </a:solidFill>
              <a:cs typeface="Arial"/>
            </a:endParaRPr>
          </a:p>
          <a:p>
            <a:pPr marL="227965" indent="-227965"/>
            <a:r>
              <a:rPr lang="en-US">
                <a:solidFill>
                  <a:schemeClr val="tx2"/>
                </a:solidFill>
              </a:rPr>
              <a:t>Manual Cutover Activity</a:t>
            </a:r>
            <a:endParaRPr lang="en-US">
              <a:solidFill>
                <a:schemeClr val="tx2"/>
              </a:solidFill>
              <a:cs typeface="Arial"/>
            </a:endParaRPr>
          </a:p>
          <a:p>
            <a:pPr marL="227965" indent="-227965"/>
            <a:r>
              <a:rPr lang="en-US">
                <a:solidFill>
                  <a:schemeClr val="tx2"/>
                </a:solidFill>
              </a:rPr>
              <a:t>Pre &amp; Post Migration Checks</a:t>
            </a:r>
            <a:endParaRPr lang="en-US">
              <a:solidFill>
                <a:schemeClr val="tx2"/>
              </a:solidFill>
              <a:cs typeface="Arial"/>
            </a:endParaRPr>
          </a:p>
          <a:p>
            <a:pPr marL="227965" indent="-227965"/>
            <a:r>
              <a:rPr lang="en-US">
                <a:solidFill>
                  <a:schemeClr val="tx2"/>
                </a:solidFill>
                <a:cs typeface="Arial"/>
              </a:rPr>
              <a:t>Human Errors</a:t>
            </a:r>
          </a:p>
          <a:p>
            <a:pPr marL="227965" indent="-227965"/>
            <a:r>
              <a:rPr lang="en-US">
                <a:solidFill>
                  <a:schemeClr val="tx2"/>
                </a:solidFill>
                <a:cs typeface="Arial"/>
              </a:rPr>
              <a:t>Time consumption &amp; Efforts</a:t>
            </a:r>
          </a:p>
          <a:p>
            <a:pPr marL="227965" indent="-227965"/>
            <a:endParaRPr lang="en-US">
              <a:cs typeface="Arial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9AE3CD4-0985-D39D-D78B-CBF5232DFDB6}"/>
              </a:ext>
            </a:extLst>
          </p:cNvPr>
          <p:cNvCxnSpPr/>
          <p:nvPr/>
        </p:nvCxnSpPr>
        <p:spPr>
          <a:xfrm>
            <a:off x="6577495" y="575365"/>
            <a:ext cx="41964" cy="5088832"/>
          </a:xfrm>
          <a:prstGeom prst="straightConnector1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3A02E53-2C56-6572-B2C7-B80ED9B8E212}"/>
              </a:ext>
            </a:extLst>
          </p:cNvPr>
          <p:cNvSpPr txBox="1"/>
          <p:nvPr/>
        </p:nvSpPr>
        <p:spPr>
          <a:xfrm>
            <a:off x="8172467" y="1820541"/>
            <a:ext cx="300242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i="1">
                <a:solidFill>
                  <a:srgbClr val="FFFFFF"/>
                </a:solidFill>
                <a:latin typeface="Gabriola"/>
              </a:rPr>
              <a:t>Single click migration</a:t>
            </a:r>
            <a:endParaRPr lang="en-US" sz="3600">
              <a:solidFill>
                <a:srgbClr val="000000"/>
              </a:solidFill>
              <a:latin typeface="Gabriola"/>
            </a:endParaRPr>
          </a:p>
          <a:p>
            <a:pPr algn="l"/>
            <a:endParaRPr lang="en-US" sz="18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84561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D982C-9B50-0026-EB81-F8CDBAF90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6FADF21-5EE9-4718-E8FE-C750666F889E}"/>
              </a:ext>
            </a:extLst>
          </p:cNvPr>
          <p:cNvSpPr txBox="1">
            <a:spLocks/>
          </p:cNvSpPr>
          <p:nvPr/>
        </p:nvSpPr>
        <p:spPr>
          <a:xfrm>
            <a:off x="439189" y="205984"/>
            <a:ext cx="11430000" cy="5539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kern="120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sz="4000">
                <a:latin typeface="Arial"/>
                <a:cs typeface="Arial"/>
              </a:rPr>
              <a:t>Migration Automation Architecture </a:t>
            </a:r>
            <a:endParaRPr lang="en-US" sz="4000">
              <a:cs typeface="Arial"/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9EE19493-2A7A-61B8-CFC8-6532B452E4FB}"/>
              </a:ext>
            </a:extLst>
          </p:cNvPr>
          <p:cNvCxnSpPr/>
          <p:nvPr/>
        </p:nvCxnSpPr>
        <p:spPr>
          <a:xfrm>
            <a:off x="10702089" y="4094746"/>
            <a:ext cx="2006" cy="31282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Generated image">
            <a:extLst>
              <a:ext uri="{FF2B5EF4-FFF2-40B4-BE49-F238E27FC236}">
                <a16:creationId xmlns:a16="http://schemas.microsoft.com/office/drawing/2014/main" id="{A3C6C291-8C26-BB4D-3597-B4F46E56B2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870" y="758221"/>
            <a:ext cx="6889548" cy="5741027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9CF4FB4-3BF0-9849-8340-B38A90F2ED9D}"/>
              </a:ext>
            </a:extLst>
          </p:cNvPr>
          <p:cNvCxnSpPr/>
          <p:nvPr/>
        </p:nvCxnSpPr>
        <p:spPr>
          <a:xfrm flipH="1" flipV="1">
            <a:off x="6944496" y="4380468"/>
            <a:ext cx="2061" cy="486032"/>
          </a:xfrm>
          <a:prstGeom prst="straightConnector1">
            <a:avLst/>
          </a:prstGeom>
          <a:ln>
            <a:solidFill>
              <a:schemeClr val="bg2"/>
            </a:solidFill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1614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31721-6489-4609-C630-909CA332B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B3C22-3018-DAB5-84C5-B07DF4AB8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412" y="370630"/>
            <a:ext cx="11430000" cy="498598"/>
          </a:xfrm>
          <a:prstGeom prst="rect">
            <a:avLst/>
          </a:prstGeom>
        </p:spPr>
        <p:txBody>
          <a:bodyPr/>
          <a:lstStyle/>
          <a:p>
            <a:r>
              <a:rPr lang="en-US" sz="3600">
                <a:latin typeface="Arial"/>
                <a:cs typeface="Arial"/>
              </a:rPr>
              <a:t>Migration Pipeline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2D9B8BE-C526-7522-E249-BCF4892C38C4}"/>
              </a:ext>
            </a:extLst>
          </p:cNvPr>
          <p:cNvSpPr txBox="1">
            <a:spLocks/>
          </p:cNvSpPr>
          <p:nvPr/>
        </p:nvSpPr>
        <p:spPr>
          <a:xfrm>
            <a:off x="247650" y="1198091"/>
            <a:ext cx="11563350" cy="5170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kern="120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sz="2000">
                <a:solidFill>
                  <a:schemeClr val="tx2">
                    <a:lumMod val="95000"/>
                  </a:schemeClr>
                </a:solidFill>
                <a:latin typeface="Arial"/>
                <a:cs typeface="Arial"/>
              </a:rPr>
              <a:t>Create WARM migration plans, Start sync, and Cutover</a:t>
            </a:r>
            <a:br>
              <a:rPr lang="en-US" sz="2000"/>
            </a:br>
            <a:endParaRPr lang="en-US" sz="2000">
              <a:solidFill>
                <a:schemeClr val="tx2">
                  <a:lumMod val="95000"/>
                </a:schemeClr>
              </a:solidFill>
              <a:cs typeface="Arial"/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053E3BE-6884-0D02-3BCD-61A5D63DBA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133" r="92" b="25632"/>
          <a:stretch>
            <a:fillRect/>
          </a:stretch>
        </p:blipFill>
        <p:spPr>
          <a:xfrm>
            <a:off x="1816650" y="1709866"/>
            <a:ext cx="8579774" cy="142116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91A25084-0300-FC2F-3342-C44F8E11D803}"/>
              </a:ext>
            </a:extLst>
          </p:cNvPr>
          <p:cNvSpPr txBox="1">
            <a:spLocks/>
          </p:cNvSpPr>
          <p:nvPr/>
        </p:nvSpPr>
        <p:spPr>
          <a:xfrm>
            <a:off x="247650" y="3712691"/>
            <a:ext cx="11563350" cy="517064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33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sz="2000">
                <a:solidFill>
                  <a:schemeClr val="tx2">
                    <a:lumMod val="95000"/>
                  </a:schemeClr>
                </a:solidFill>
                <a:latin typeface="Arial"/>
                <a:cs typeface="Arial"/>
              </a:rPr>
              <a:t>Create WARM migration plans, Start Sync by time, and Cutover</a:t>
            </a:r>
            <a:endParaRPr lang="en-US" sz="2000">
              <a:solidFill>
                <a:schemeClr val="tx2">
                  <a:lumMod val="95000"/>
                </a:schemeClr>
              </a:solidFill>
              <a:cs typeface="Arial"/>
            </a:endParaRPr>
          </a:p>
        </p:txBody>
      </p:sp>
      <p:pic>
        <p:nvPicPr>
          <p:cNvPr id="11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226D5B9-A9F4-7E31-98DF-A7E7F07D62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2174" b="5072"/>
          <a:stretch>
            <a:fillRect/>
          </a:stretch>
        </p:blipFill>
        <p:spPr>
          <a:xfrm>
            <a:off x="1816652" y="4231803"/>
            <a:ext cx="8580783" cy="140494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A57DC9E-84CB-C228-3BD4-9E64E792CB25}"/>
              </a:ext>
            </a:extLst>
          </p:cNvPr>
          <p:cNvSpPr/>
          <p:nvPr/>
        </p:nvSpPr>
        <p:spPr>
          <a:xfrm>
            <a:off x="139147" y="1878494"/>
            <a:ext cx="1488661" cy="1080052"/>
          </a:xfrm>
          <a:prstGeom prst="round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Pre -</a:t>
            </a:r>
            <a:endParaRPr lang="en-US" b="1">
              <a:solidFill>
                <a:schemeClr val="bg2"/>
              </a:solidFill>
              <a:latin typeface="Gabriola"/>
              <a:ea typeface="Calibri"/>
              <a:cs typeface="Arial"/>
            </a:endParaRPr>
          </a:p>
          <a:p>
            <a:pPr algn="ctr"/>
            <a:r>
              <a:rPr lang="en-US" b="1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checks</a:t>
            </a:r>
            <a:endParaRPr lang="en-US" b="1">
              <a:solidFill>
                <a:schemeClr val="bg2"/>
              </a:solidFill>
              <a:latin typeface="Gabriola"/>
              <a:cs typeface="Arial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EB31558-F315-8A94-CD39-285C5CE6BE38}"/>
              </a:ext>
            </a:extLst>
          </p:cNvPr>
          <p:cNvSpPr/>
          <p:nvPr/>
        </p:nvSpPr>
        <p:spPr>
          <a:xfrm>
            <a:off x="10597321" y="1878494"/>
            <a:ext cx="1488661" cy="1080052"/>
          </a:xfrm>
          <a:prstGeom prst="round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Post - checks</a:t>
            </a:r>
            <a:endParaRPr lang="en-US" b="1">
              <a:solidFill>
                <a:schemeClr val="bg2"/>
              </a:solidFill>
              <a:latin typeface="Gabriola"/>
              <a:cs typeface="Arial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4690379-6BF7-FF2B-B924-2258B4AEDC6B}"/>
              </a:ext>
            </a:extLst>
          </p:cNvPr>
          <p:cNvSpPr/>
          <p:nvPr/>
        </p:nvSpPr>
        <p:spPr>
          <a:xfrm>
            <a:off x="139146" y="4396406"/>
            <a:ext cx="1488661" cy="1080052"/>
          </a:xfrm>
          <a:prstGeom prst="round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Pre -</a:t>
            </a:r>
            <a:endParaRPr lang="en-US" b="1">
              <a:solidFill>
                <a:schemeClr val="bg2"/>
              </a:solidFill>
              <a:latin typeface="Gabriola"/>
              <a:ea typeface="Calibri"/>
              <a:cs typeface="Arial"/>
            </a:endParaRPr>
          </a:p>
          <a:p>
            <a:pPr algn="ctr"/>
            <a:r>
              <a:rPr lang="en-US" b="1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checks</a:t>
            </a:r>
            <a:endParaRPr lang="en-US" b="1">
              <a:solidFill>
                <a:schemeClr val="bg2"/>
              </a:solidFill>
              <a:latin typeface="Gabriola"/>
              <a:cs typeface="Arial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C01E8F3-571C-7764-667D-5D722B6C824D}"/>
              </a:ext>
            </a:extLst>
          </p:cNvPr>
          <p:cNvSpPr/>
          <p:nvPr/>
        </p:nvSpPr>
        <p:spPr>
          <a:xfrm>
            <a:off x="10597321" y="4396407"/>
            <a:ext cx="1488661" cy="1080052"/>
          </a:xfrm>
          <a:prstGeom prst="round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Post - checks</a:t>
            </a:r>
            <a:endParaRPr lang="en-US" b="1">
              <a:solidFill>
                <a:schemeClr val="bg2"/>
              </a:solidFill>
              <a:latin typeface="Gabriol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14331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0B98D12-C871-3E46-29D1-BB32D0630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1710040"/>
            <a:ext cx="11430000" cy="1994392"/>
          </a:xfrm>
        </p:spPr>
        <p:txBody>
          <a:bodyPr/>
          <a:lstStyle/>
          <a:p>
            <a:r>
              <a:rPr lang="en-US">
                <a:cs typeface="Arial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738061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7A974-EBD5-6BCA-F7CB-99F624039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BB9F380-807B-DE89-1741-36924367B3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7604875"/>
              </p:ext>
            </p:extLst>
          </p:nvPr>
        </p:nvGraphicFramePr>
        <p:xfrm>
          <a:off x="257432" y="1462216"/>
          <a:ext cx="11675779" cy="4265853"/>
        </p:xfrm>
        <a:graphic>
          <a:graphicData uri="http://schemas.openxmlformats.org/drawingml/2006/table">
            <a:tbl>
              <a:tblPr firstRow="1">
                <a:tableStyleId>{21E4AEA4-8DFA-4A89-87EB-49C32662AFE0}</a:tableStyleId>
              </a:tblPr>
              <a:tblGrid>
                <a:gridCol w="5079999">
                  <a:extLst>
                    <a:ext uri="{9D8B030D-6E8A-4147-A177-3AD203B41FA5}">
                      <a16:colId xmlns:a16="http://schemas.microsoft.com/office/drawing/2014/main" val="1721222170"/>
                    </a:ext>
                  </a:extLst>
                </a:gridCol>
                <a:gridCol w="3657801">
                  <a:extLst>
                    <a:ext uri="{9D8B030D-6E8A-4147-A177-3AD203B41FA5}">
                      <a16:colId xmlns:a16="http://schemas.microsoft.com/office/drawing/2014/main" val="3712675552"/>
                    </a:ext>
                  </a:extLst>
                </a:gridCol>
                <a:gridCol w="2937979">
                  <a:extLst>
                    <a:ext uri="{9D8B030D-6E8A-4147-A177-3AD203B41FA5}">
                      <a16:colId xmlns:a16="http://schemas.microsoft.com/office/drawing/2014/main" val="1501490178"/>
                    </a:ext>
                  </a:extLst>
                </a:gridCol>
              </a:tblGrid>
              <a:tr h="1046836">
                <a:tc>
                  <a:txBody>
                    <a:bodyPr/>
                    <a:lstStyle/>
                    <a:p>
                      <a:pPr algn="ctr"/>
                      <a:r>
                        <a:rPr lang="en-US" sz="3600">
                          <a:solidFill>
                            <a:srgbClr val="FFFFFF"/>
                          </a:solidFill>
                        </a:rPr>
                        <a:t>Features</a:t>
                      </a:r>
                    </a:p>
                  </a:txBody>
                  <a:tcPr marL="0" marR="0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noProof="0">
                          <a:solidFill>
                            <a:srgbClr val="FFC000"/>
                          </a:solidFill>
                        </a:rPr>
                        <a:t>OpenShift Migrator</a:t>
                      </a:r>
                      <a:endParaRPr lang="en-US" sz="3200" u="none" strike="noStrike" noProof="0">
                        <a:solidFill>
                          <a:srgbClr val="444444"/>
                        </a:solidFill>
                      </a:endParaRPr>
                    </a:p>
                  </a:txBody>
                  <a:tcPr marL="0" marR="0" marT="0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u="none" strike="noStrike" noProof="0">
                          <a:solidFill>
                            <a:srgbClr val="F26070"/>
                          </a:solidFill>
                        </a:rPr>
                        <a:t>Other Tool</a:t>
                      </a:r>
                      <a:endParaRPr lang="en-US" sz="3200">
                        <a:solidFill>
                          <a:srgbClr val="F26070"/>
                        </a:solidFill>
                      </a:endParaRPr>
                    </a:p>
                  </a:txBody>
                  <a:tcPr marL="0" marR="0" marT="0" marB="0"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953938"/>
                  </a:ext>
                </a:extLst>
              </a:tr>
              <a:tr h="536503">
                <a:tc>
                  <a:txBody>
                    <a:bodyPr/>
                    <a:lstStyle/>
                    <a:p>
                      <a:pPr marL="457200" marR="0" lvl="0" indent="-457200" algn="l" defTabSz="914377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Font typeface="Arial"/>
                        <a:buChar char="•"/>
                      </a:pPr>
                      <a:r>
                        <a:rPr lang="en-US" sz="2800" u="none" strike="noStrike" kern="1200" noProof="0">
                          <a:solidFill>
                            <a:srgbClr val="FFFFFF"/>
                          </a:solidFill>
                        </a:rPr>
                        <a:t>Single Click Migration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0" indent="-4572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/>
                        <a:buChar char="o"/>
                      </a:pPr>
                      <a:endParaRPr lang="en-US" sz="2800" u="none" strike="noStrike" noProof="0">
                        <a:solidFill>
                          <a:srgbClr val="FFFFFF"/>
                        </a:solidFill>
                      </a:endParaRPr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0" indent="-4572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Font typeface="Courier New"/>
                        <a:buChar char="o"/>
                      </a:pPr>
                      <a:endParaRPr lang="en-US" sz="2800" u="none" strike="noStrike" noProof="0">
                        <a:solidFill>
                          <a:srgbClr val="FFFFFF"/>
                        </a:solidFill>
                      </a:endParaRPr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84902"/>
                  </a:ext>
                </a:extLst>
              </a:tr>
              <a:tr h="536503">
                <a:tc>
                  <a:txBody>
                    <a:bodyPr/>
                    <a:lstStyle/>
                    <a:p>
                      <a:pPr marL="457200" marR="0" lvl="0" indent="-457200" algn="l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Font typeface="Arial"/>
                        <a:buChar char="•"/>
                      </a:pPr>
                      <a:r>
                        <a:rPr lang="en-US" sz="2800" u="none" strike="noStrike" kern="1200" noProof="0">
                          <a:solidFill>
                            <a:srgbClr val="FFFFFF"/>
                          </a:solidFill>
                        </a:rPr>
                        <a:t>AI Enabled Migration </a:t>
                      </a:r>
                      <a:r>
                        <a:rPr lang="en-US" sz="1600" i="1" u="none" strike="noStrike" kern="1200" noProof="0">
                          <a:solidFill>
                            <a:srgbClr val="FFFFFF"/>
                          </a:solidFill>
                        </a:rPr>
                        <a:t>(In progress)</a:t>
                      </a: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0" indent="-457200">
                        <a:buFont typeface="Courier New"/>
                        <a:buChar char="o"/>
                      </a:pPr>
                      <a:endParaRPr lang="en-US" sz="2800" u="none" strike="noStrike" kern="1200" noProof="0">
                        <a:solidFill>
                          <a:srgbClr val="FFFFFF"/>
                        </a:solidFill>
                      </a:endParaRPr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0" indent="-457200">
                        <a:buFont typeface="Courier New"/>
                        <a:buChar char="o"/>
                      </a:pPr>
                      <a:endParaRPr lang="en-US" sz="2800" u="none" strike="noStrike" kern="1200" noProof="0">
                        <a:solidFill>
                          <a:srgbClr val="FFFFFF"/>
                        </a:solidFill>
                      </a:endParaRPr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638990"/>
                  </a:ext>
                </a:extLst>
              </a:tr>
              <a:tr h="536503">
                <a:tc>
                  <a:txBody>
                    <a:bodyPr/>
                    <a:lstStyle/>
                    <a:p>
                      <a:pPr marL="457200" marR="0" lvl="0" indent="-457200" algn="l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Font typeface="Arial"/>
                        <a:buChar char="•"/>
                      </a:pPr>
                      <a:r>
                        <a:rPr lang="en-US" sz="2800" u="none" strike="noStrike" kern="1200" noProof="0">
                          <a:solidFill>
                            <a:srgbClr val="FFFFFF"/>
                          </a:solidFill>
                        </a:rPr>
                        <a:t>TM API integration </a:t>
                      </a:r>
                      <a:r>
                        <a:rPr lang="en-US" sz="1600" b="0" i="1" u="none" strike="noStrike" kern="1200" noProof="0">
                          <a:solidFill>
                            <a:srgbClr val="FFFFFF"/>
                          </a:solidFill>
                          <a:latin typeface="Arial"/>
                        </a:rPr>
                        <a:t>(In progress)</a:t>
                      </a:r>
                      <a:endParaRPr lang="en-US" sz="2800" u="none" strike="noStrike" kern="1200" noProof="0">
                        <a:solidFill>
                          <a:srgbClr val="FFFFFF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0" indent="-457200">
                        <a:buFont typeface="Courier New"/>
                        <a:buChar char="o"/>
                      </a:pPr>
                      <a:endParaRPr lang="en-US" sz="2800" u="none" strike="noStrike" kern="1200" noProof="0">
                        <a:solidFill>
                          <a:srgbClr val="FFFFFF"/>
                        </a:solidFill>
                      </a:endParaRPr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0" indent="-457200">
                        <a:buFont typeface="Courier New"/>
                        <a:buChar char="o"/>
                      </a:pPr>
                      <a:endParaRPr lang="en-US" sz="2800" u="none" strike="noStrike" kern="1200" noProof="0">
                        <a:solidFill>
                          <a:srgbClr val="FFFFFF"/>
                        </a:solidFill>
                      </a:endParaRPr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6768459"/>
                  </a:ext>
                </a:extLst>
              </a:tr>
              <a:tr h="536503">
                <a:tc>
                  <a:txBody>
                    <a:bodyPr/>
                    <a:lstStyle/>
                    <a:p>
                      <a:pPr marL="457200" marR="0" lvl="0" indent="-457200" algn="l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Font typeface="Arial"/>
                        <a:buChar char="•"/>
                      </a:pPr>
                      <a:r>
                        <a:rPr lang="en-US" sz="2800" u="none" strike="noStrike" kern="1200" noProof="0">
                          <a:solidFill>
                            <a:srgbClr val="FFFFFF"/>
                          </a:solidFill>
                        </a:rPr>
                        <a:t>Cold Migrations</a:t>
                      </a:r>
                      <a:endParaRPr lang="en-US" sz="2800" u="none" strike="noStrike" kern="1200">
                        <a:solidFill>
                          <a:srgbClr val="FFFFFF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0" indent="-457200">
                        <a:buFont typeface="Courier New"/>
                        <a:buChar char="o"/>
                      </a:pPr>
                      <a:endParaRPr lang="en-US" sz="2800" u="none" strike="noStrike" kern="1200" noProof="0">
                        <a:solidFill>
                          <a:srgbClr val="FFFFFF"/>
                        </a:solidFill>
                      </a:endParaRPr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0" indent="-457200">
                        <a:buFont typeface="Courier New"/>
                        <a:buChar char="o"/>
                      </a:pPr>
                      <a:endParaRPr lang="en-US" sz="2800" u="none" strike="noStrike" kern="1200" noProof="0">
                        <a:solidFill>
                          <a:srgbClr val="FFFFFF"/>
                        </a:solidFill>
                      </a:endParaRPr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817428"/>
                  </a:ext>
                </a:extLst>
              </a:tr>
              <a:tr h="536503">
                <a:tc>
                  <a:txBody>
                    <a:bodyPr/>
                    <a:lstStyle/>
                    <a:p>
                      <a:pPr marL="457200" marR="0" lvl="0" indent="-4572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Font typeface="Arial"/>
                        <a:buChar char="•"/>
                      </a:pPr>
                      <a:r>
                        <a:rPr lang="en-US" sz="2800" u="none" strike="noStrike" kern="1200" noProof="0">
                          <a:solidFill>
                            <a:srgbClr val="FFFFFF"/>
                          </a:solidFill>
                        </a:rPr>
                        <a:t>Warm Migrations</a:t>
                      </a:r>
                      <a:endParaRPr lang="en-US" sz="2800" u="none" strike="noStrike" kern="1200" noProof="0">
                        <a:solidFill>
                          <a:srgbClr val="444444"/>
                        </a:solidFill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0" indent="-457200">
                        <a:buFont typeface="Courier New"/>
                        <a:buChar char="o"/>
                      </a:pPr>
                      <a:endParaRPr lang="en-US" sz="2800" u="none" strike="noStrike" kern="1200" noProof="0">
                        <a:solidFill>
                          <a:srgbClr val="FFFFFF"/>
                        </a:solidFill>
                      </a:endParaRPr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0" indent="-457200">
                        <a:buFont typeface="Courier New"/>
                        <a:buChar char="o"/>
                      </a:pPr>
                      <a:endParaRPr lang="en-US" sz="2800" u="none" strike="noStrike" kern="1200" noProof="0">
                        <a:solidFill>
                          <a:srgbClr val="FFFFFF"/>
                        </a:solidFill>
                      </a:endParaRPr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4527875"/>
                  </a:ext>
                </a:extLst>
              </a:tr>
              <a:tr h="536502">
                <a:tc>
                  <a:txBody>
                    <a:bodyPr/>
                    <a:lstStyle/>
                    <a:p>
                      <a:pPr marL="457200" marR="0" lvl="0" indent="-45720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4"/>
                        </a:buClr>
                        <a:buFont typeface="Arial,Sans-Serif"/>
                        <a:buChar char="•"/>
                      </a:pPr>
                      <a:r>
                        <a:rPr lang="en-US" sz="2800" b="0" i="0" u="none" strike="noStrike" kern="1200" noProof="0">
                          <a:solidFill>
                            <a:srgbClr val="FFFFFF"/>
                          </a:solidFill>
                          <a:latin typeface="Arial"/>
                        </a:rPr>
                        <a:t>Pre &amp; Post migration checks</a:t>
                      </a:r>
                      <a:endParaRPr lang="en-US" sz="2800" b="0" i="0" u="none" strike="noStrike" kern="1200" noProof="0">
                        <a:solidFill>
                          <a:srgbClr val="444444"/>
                        </a:solidFill>
                        <a:latin typeface="Arial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0" indent="-457200">
                        <a:buFont typeface="Courier New"/>
                        <a:buChar char="o"/>
                      </a:pPr>
                      <a:endParaRPr lang="en-US" sz="2800" u="none" strike="noStrike" kern="1200" noProof="0">
                        <a:solidFill>
                          <a:srgbClr val="FFFFFF"/>
                        </a:solidFill>
                      </a:endParaRPr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0" indent="-457200">
                        <a:buFont typeface="Courier New"/>
                        <a:buChar char="o"/>
                      </a:pPr>
                      <a:endParaRPr lang="en-US" sz="2800" u="none" strike="noStrike" kern="1200" noProof="0">
                        <a:solidFill>
                          <a:srgbClr val="FFFFFF"/>
                        </a:solidFill>
                      </a:endParaRPr>
                    </a:p>
                  </a:txBody>
                  <a:tcPr marL="0" marR="0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760879"/>
                  </a:ext>
                </a:extLst>
              </a:tr>
            </a:tbl>
          </a:graphicData>
        </a:graphic>
      </p:graphicFrame>
      <p:pic>
        <p:nvPicPr>
          <p:cNvPr id="11" name="Picture 10" descr="A cartoon bee with two thumbs up&#10;&#10;AI-generated content may be incorrect.">
            <a:extLst>
              <a:ext uri="{FF2B5EF4-FFF2-40B4-BE49-F238E27FC236}">
                <a16:creationId xmlns:a16="http://schemas.microsoft.com/office/drawing/2014/main" id="{807700E4-95EB-F6CE-8720-B19F8DD29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8675" y="154458"/>
            <a:ext cx="1297461" cy="1307759"/>
          </a:xfrm>
          <a:prstGeom prst="rect">
            <a:avLst/>
          </a:prstGeom>
        </p:spPr>
      </p:pic>
      <p:pic>
        <p:nvPicPr>
          <p:cNvPr id="12" name="Picture 11" descr="A cartoon bee holding a sign&#10;&#10;AI-generated content may be incorrect.">
            <a:extLst>
              <a:ext uri="{FF2B5EF4-FFF2-40B4-BE49-F238E27FC236}">
                <a16:creationId xmlns:a16="http://schemas.microsoft.com/office/drawing/2014/main" id="{FF25AB6E-4FB3-D14F-D4F3-BEEFC0BDB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8958" y="159606"/>
            <a:ext cx="1297461" cy="1307759"/>
          </a:xfrm>
          <a:prstGeom prst="rect">
            <a:avLst/>
          </a:prstGeom>
        </p:spPr>
      </p:pic>
      <p:pic>
        <p:nvPicPr>
          <p:cNvPr id="3" name="Graphic 1" descr="Close with solid fill">
            <a:extLst>
              <a:ext uri="{FF2B5EF4-FFF2-40B4-BE49-F238E27FC236}">
                <a16:creationId xmlns:a16="http://schemas.microsoft.com/office/drawing/2014/main" id="{73F972C6-DD0B-774A-2AFC-99ECF253AC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28422" y="2601097"/>
            <a:ext cx="451023" cy="389239"/>
          </a:xfrm>
          <a:prstGeom prst="rect">
            <a:avLst/>
          </a:prstGeom>
        </p:spPr>
      </p:pic>
      <p:pic>
        <p:nvPicPr>
          <p:cNvPr id="5" name="Graphic 1" descr="Close with solid fill">
            <a:extLst>
              <a:ext uri="{FF2B5EF4-FFF2-40B4-BE49-F238E27FC236}">
                <a16:creationId xmlns:a16="http://schemas.microsoft.com/office/drawing/2014/main" id="{AB76F223-41D0-0110-5C01-D6C087E9D8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38719" y="3136556"/>
            <a:ext cx="451023" cy="389239"/>
          </a:xfrm>
          <a:prstGeom prst="rect">
            <a:avLst/>
          </a:prstGeom>
        </p:spPr>
      </p:pic>
      <p:pic>
        <p:nvPicPr>
          <p:cNvPr id="6" name="Graphic 1" descr="Close with solid fill">
            <a:extLst>
              <a:ext uri="{FF2B5EF4-FFF2-40B4-BE49-F238E27FC236}">
                <a16:creationId xmlns:a16="http://schemas.microsoft.com/office/drawing/2014/main" id="{16B46754-DACB-AB02-F499-77313A6576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38719" y="3661718"/>
            <a:ext cx="451023" cy="389239"/>
          </a:xfrm>
          <a:prstGeom prst="rect">
            <a:avLst/>
          </a:prstGeom>
        </p:spPr>
      </p:pic>
      <p:pic>
        <p:nvPicPr>
          <p:cNvPr id="9" name="Graphic 1" descr="Close with solid fill">
            <a:extLst>
              <a:ext uri="{FF2B5EF4-FFF2-40B4-BE49-F238E27FC236}">
                <a16:creationId xmlns:a16="http://schemas.microsoft.com/office/drawing/2014/main" id="{64898DE6-35BF-2238-0DB2-22878BEFF5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38719" y="4753231"/>
            <a:ext cx="451023" cy="389239"/>
          </a:xfrm>
          <a:prstGeom prst="rect">
            <a:avLst/>
          </a:prstGeom>
        </p:spPr>
      </p:pic>
      <p:pic>
        <p:nvPicPr>
          <p:cNvPr id="10" name="Graphic 1" descr="Close with solid fill">
            <a:extLst>
              <a:ext uri="{FF2B5EF4-FFF2-40B4-BE49-F238E27FC236}">
                <a16:creationId xmlns:a16="http://schemas.microsoft.com/office/drawing/2014/main" id="{E4150F57-D873-8AE9-8CB5-950E7DDDC8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38719" y="5319582"/>
            <a:ext cx="451023" cy="389239"/>
          </a:xfrm>
          <a:prstGeom prst="rect">
            <a:avLst/>
          </a:prstGeom>
        </p:spPr>
      </p:pic>
      <p:pic>
        <p:nvPicPr>
          <p:cNvPr id="20" name="Picture 19" descr="A green tick on a black background&#10;&#10;AI-generated content may be incorrect.">
            <a:extLst>
              <a:ext uri="{FF2B5EF4-FFF2-40B4-BE49-F238E27FC236}">
                <a16:creationId xmlns:a16="http://schemas.microsoft.com/office/drawing/2014/main" id="{0AA5BB21-8BE0-B01C-48F4-DDA539B1EA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2330" y="2606260"/>
            <a:ext cx="583513" cy="408611"/>
          </a:xfrm>
          <a:prstGeom prst="rect">
            <a:avLst/>
          </a:prstGeom>
        </p:spPr>
      </p:pic>
      <p:pic>
        <p:nvPicPr>
          <p:cNvPr id="21" name="Picture 20" descr="A green tick on a black background&#10;&#10;AI-generated content may be incorrect.">
            <a:extLst>
              <a:ext uri="{FF2B5EF4-FFF2-40B4-BE49-F238E27FC236}">
                <a16:creationId xmlns:a16="http://schemas.microsoft.com/office/drawing/2014/main" id="{3F1814A9-42F3-E241-EEDC-66659C4D33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2330" y="3114260"/>
            <a:ext cx="583513" cy="408611"/>
          </a:xfrm>
          <a:prstGeom prst="rect">
            <a:avLst/>
          </a:prstGeom>
        </p:spPr>
      </p:pic>
      <p:pic>
        <p:nvPicPr>
          <p:cNvPr id="22" name="Picture 21" descr="A green tick on a black background&#10;&#10;AI-generated content may be incorrect.">
            <a:extLst>
              <a:ext uri="{FF2B5EF4-FFF2-40B4-BE49-F238E27FC236}">
                <a16:creationId xmlns:a16="http://schemas.microsoft.com/office/drawing/2014/main" id="{64B40E5D-9BBA-6DC4-BBA0-B548CBF8FC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2330" y="3622259"/>
            <a:ext cx="583513" cy="408611"/>
          </a:xfrm>
          <a:prstGeom prst="rect">
            <a:avLst/>
          </a:prstGeom>
        </p:spPr>
      </p:pic>
      <p:pic>
        <p:nvPicPr>
          <p:cNvPr id="23" name="Picture 22" descr="A green tick on a black background&#10;&#10;AI-generated content may be incorrect.">
            <a:extLst>
              <a:ext uri="{FF2B5EF4-FFF2-40B4-BE49-F238E27FC236}">
                <a16:creationId xmlns:a16="http://schemas.microsoft.com/office/drawing/2014/main" id="{D44FC466-4D96-C967-AF40-78EC48CD5B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2329" y="4185477"/>
            <a:ext cx="583513" cy="408611"/>
          </a:xfrm>
          <a:prstGeom prst="rect">
            <a:avLst/>
          </a:prstGeom>
        </p:spPr>
      </p:pic>
      <p:pic>
        <p:nvPicPr>
          <p:cNvPr id="24" name="Picture 23" descr="A green tick on a black background&#10;&#10;AI-generated content may be incorrect.">
            <a:extLst>
              <a:ext uri="{FF2B5EF4-FFF2-40B4-BE49-F238E27FC236}">
                <a16:creationId xmlns:a16="http://schemas.microsoft.com/office/drawing/2014/main" id="{C92BA9DF-A20E-9BA9-0BD9-79F3207E7F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2329" y="4726607"/>
            <a:ext cx="583513" cy="408611"/>
          </a:xfrm>
          <a:prstGeom prst="rect">
            <a:avLst/>
          </a:prstGeom>
        </p:spPr>
      </p:pic>
      <p:pic>
        <p:nvPicPr>
          <p:cNvPr id="25" name="Picture 24" descr="A green tick on a black background&#10;&#10;AI-generated content may be incorrect.">
            <a:extLst>
              <a:ext uri="{FF2B5EF4-FFF2-40B4-BE49-F238E27FC236}">
                <a16:creationId xmlns:a16="http://schemas.microsoft.com/office/drawing/2014/main" id="{FABB7D26-3B5C-C381-2E61-BB5A41F116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2330" y="5300869"/>
            <a:ext cx="583513" cy="408611"/>
          </a:xfrm>
          <a:prstGeom prst="rect">
            <a:avLst/>
          </a:prstGeom>
        </p:spPr>
      </p:pic>
      <p:pic>
        <p:nvPicPr>
          <p:cNvPr id="26" name="Picture 25" descr="A green tick on a black background&#10;&#10;AI-generated content may be incorrect.">
            <a:extLst>
              <a:ext uri="{FF2B5EF4-FFF2-40B4-BE49-F238E27FC236}">
                <a16:creationId xmlns:a16="http://schemas.microsoft.com/office/drawing/2014/main" id="{C4789F16-9AC9-F162-3F34-D7C0E35468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8069" y="4185477"/>
            <a:ext cx="583513" cy="408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948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81840-7864-EAA9-54F5-141282AEEC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552449"/>
            <a:ext cx="11430000" cy="989436"/>
          </a:xfrm>
        </p:spPr>
        <p:txBody>
          <a:bodyPr/>
          <a:lstStyle/>
          <a:p>
            <a:r>
              <a:rPr lang="en-US">
                <a:latin typeface="Arial"/>
                <a:cs typeface="Arial"/>
              </a:rPr>
              <a:t>What Next?...!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F63363-786E-E409-CEF4-BE9AE68E61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2036418"/>
            <a:ext cx="11430000" cy="3533153"/>
          </a:xfrm>
        </p:spPr>
        <p:txBody>
          <a:bodyPr lIns="0" tIns="0" rIns="0" bIns="0" anchor="t"/>
          <a:lstStyle/>
          <a:p>
            <a:pPr marL="457200" indent="-457200">
              <a:buFont typeface="Wingdings" panose="020B0604020202020204" pitchFamily="34" charset="0"/>
              <a:buChar char="§"/>
            </a:pPr>
            <a:r>
              <a:rPr lang="en-US" sz="2650">
                <a:latin typeface="Arial"/>
                <a:cs typeface="Arial"/>
              </a:rPr>
              <a:t>Frontend UI</a:t>
            </a:r>
          </a:p>
          <a:p>
            <a:pPr marL="457200" indent="-457200">
              <a:buFont typeface="Wingdings" panose="020B0604020202020204" pitchFamily="34" charset="0"/>
              <a:buChar char="§"/>
            </a:pPr>
            <a:endParaRPr lang="en-US" sz="2650">
              <a:latin typeface="Arial"/>
              <a:cs typeface="Arial"/>
            </a:endParaRPr>
          </a:p>
          <a:p>
            <a:pPr marL="457200" indent="-457200">
              <a:buFont typeface="Wingdings" panose="020B0604020202020204" pitchFamily="34" charset="0"/>
              <a:buChar char="§"/>
            </a:pPr>
            <a:r>
              <a:rPr lang="en-US" sz="2650">
                <a:latin typeface="Arial"/>
                <a:cs typeface="Arial"/>
              </a:rPr>
              <a:t>Integrate with </a:t>
            </a:r>
            <a:r>
              <a:rPr lang="en-US" sz="2700">
                <a:latin typeface="Arial"/>
                <a:cs typeface="Arial"/>
              </a:rPr>
              <a:t>AGENTIC AI</a:t>
            </a:r>
            <a:endParaRPr lang="en-US" sz="2650">
              <a:latin typeface="Arial"/>
              <a:cs typeface="Arial"/>
            </a:endParaRPr>
          </a:p>
          <a:p>
            <a:pPr marL="457200" indent="-457200">
              <a:buFont typeface="Wingdings" panose="020B0604020202020204" pitchFamily="34" charset="0"/>
              <a:buChar char="§"/>
            </a:pPr>
            <a:endParaRPr lang="en-US" sz="2700">
              <a:latin typeface="Arial"/>
              <a:cs typeface="Arial"/>
            </a:endParaRPr>
          </a:p>
          <a:p>
            <a:pPr marL="457200" indent="-457200">
              <a:buFont typeface="Wingdings" panose="020B0604020202020204" pitchFamily="34" charset="0"/>
              <a:buChar char="§"/>
            </a:pPr>
            <a:r>
              <a:rPr lang="en-US" sz="2650">
                <a:latin typeface="Arial"/>
                <a:cs typeface="Arial"/>
              </a:rPr>
              <a:t>Notifications – Teams &amp; Email</a:t>
            </a:r>
          </a:p>
          <a:p>
            <a:pPr marL="457200" indent="-457200">
              <a:buFont typeface="Wingdings" panose="020B0604020202020204" pitchFamily="34" charset="0"/>
              <a:buChar char="§"/>
            </a:pPr>
            <a:endParaRPr lang="en-US" sz="2650">
              <a:latin typeface="Arial"/>
              <a:cs typeface="Arial"/>
            </a:endParaRPr>
          </a:p>
          <a:p>
            <a:pPr marL="457200" indent="-457200">
              <a:buFont typeface="Wingdings" panose="020B0604020202020204" pitchFamily="34" charset="0"/>
              <a:buChar char="§"/>
            </a:pPr>
            <a:r>
              <a:rPr lang="en-US" sz="2650">
                <a:latin typeface="Arial"/>
                <a:cs typeface="Arial"/>
              </a:rPr>
              <a:t>User can select the Migration event </a:t>
            </a:r>
            <a:endParaRPr lang="en-US">
              <a:cs typeface="Arial" panose="020B0604020202020204" pitchFamily="34" charset="0"/>
            </a:endParaRPr>
          </a:p>
          <a:p>
            <a:pPr marL="457200" indent="-457200">
              <a:buFont typeface="Wingdings" panose="020B0604020202020204" pitchFamily="34" charset="0"/>
              <a:buChar char="§"/>
            </a:pPr>
            <a:endParaRPr lang="en-US" sz="2650">
              <a:latin typeface="Arial"/>
              <a:cs typeface="Arial"/>
            </a:endParaRPr>
          </a:p>
          <a:p>
            <a:pPr marL="457200" indent="-457200">
              <a:buFont typeface="Wingdings" panose="020B0604020202020204" pitchFamily="34" charset="0"/>
              <a:buChar char="§"/>
            </a:pPr>
            <a:r>
              <a:rPr lang="en-US" sz="2650">
                <a:latin typeface="Arial"/>
                <a:cs typeface="Arial"/>
              </a:rPr>
              <a:t>Archive and Delete migration plans</a:t>
            </a:r>
            <a:endParaRPr lang="en-US">
              <a:latin typeface="Arial"/>
              <a:cs typeface="Arial"/>
            </a:endParaRPr>
          </a:p>
          <a:p>
            <a:pPr marL="457200" indent="-457200">
              <a:buFont typeface="Wingdings" panose="020B0604020202020204" pitchFamily="34" charset="0"/>
              <a:buChar char="§"/>
            </a:pPr>
            <a:endParaRPr lang="en-US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21111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B64FF-9B41-8FCE-E255-2E92D7FBF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1DD4419-5DD9-D50C-BC2D-01243D5C17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5630" y="1933777"/>
            <a:ext cx="11430000" cy="1994392"/>
          </a:xfrm>
        </p:spPr>
        <p:txBody>
          <a:bodyPr wrap="square">
            <a:normAutofit/>
          </a:bodyPr>
          <a:lstStyle/>
          <a:p>
            <a:r>
              <a:rPr lang="en-IN"/>
              <a:t>Thank You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129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A7593-7D5C-B45A-9E8A-E1563C3E0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4D4F0-B561-CE11-971E-FB71B02B65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412" y="370630"/>
            <a:ext cx="11430000" cy="498598"/>
          </a:xfrm>
          <a:prstGeom prst="rect">
            <a:avLst/>
          </a:prstGeom>
        </p:spPr>
        <p:txBody>
          <a:bodyPr/>
          <a:lstStyle/>
          <a:p>
            <a:r>
              <a:rPr lang="en-US" sz="3600">
                <a:latin typeface="Arial"/>
                <a:cs typeface="Arial"/>
              </a:rPr>
              <a:t>Migration Pipeline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084DA40-9071-319F-BF7B-C42B91EAB22F}"/>
              </a:ext>
            </a:extLst>
          </p:cNvPr>
          <p:cNvSpPr txBox="1">
            <a:spLocks/>
          </p:cNvSpPr>
          <p:nvPr/>
        </p:nvSpPr>
        <p:spPr>
          <a:xfrm>
            <a:off x="247650" y="1198091"/>
            <a:ext cx="11563350" cy="5170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kern="120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sz="2000">
                <a:solidFill>
                  <a:schemeClr val="tx2">
                    <a:lumMod val="95000"/>
                  </a:schemeClr>
                </a:solidFill>
                <a:latin typeface="Arial"/>
                <a:cs typeface="Arial"/>
              </a:rPr>
              <a:t>Create WARM migration plans and Start sync by time</a:t>
            </a:r>
            <a:endParaRPr lang="en-US" sz="2000">
              <a:solidFill>
                <a:schemeClr val="tx2">
                  <a:lumMod val="95000"/>
                </a:schemeClr>
              </a:solidFill>
              <a:cs typeface="Arial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9F865BC-A554-83D1-068F-8EB1D0ED881F}"/>
              </a:ext>
            </a:extLst>
          </p:cNvPr>
          <p:cNvSpPr txBox="1">
            <a:spLocks/>
          </p:cNvSpPr>
          <p:nvPr/>
        </p:nvSpPr>
        <p:spPr>
          <a:xfrm>
            <a:off x="247650" y="3626966"/>
            <a:ext cx="11563350" cy="517064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33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sz="2000">
                <a:solidFill>
                  <a:schemeClr val="tx2">
                    <a:lumMod val="95000"/>
                  </a:schemeClr>
                </a:solidFill>
                <a:latin typeface="Arial"/>
                <a:cs typeface="Arial"/>
              </a:rPr>
              <a:t>Create COLD migration plans and Cutover</a:t>
            </a:r>
            <a:endParaRPr lang="en-US" sz="2000">
              <a:solidFill>
                <a:schemeClr val="tx2">
                  <a:lumMod val="95000"/>
                </a:schemeClr>
              </a:solidFill>
              <a:cs typeface="Arial"/>
            </a:endParaRPr>
          </a:p>
        </p:txBody>
      </p:sp>
      <p:pic>
        <p:nvPicPr>
          <p:cNvPr id="4" name="Content Placeholder 4" descr="A screenshot of a chat&#10;&#10;AI-generated content may be incorrect.">
            <a:extLst>
              <a:ext uri="{FF2B5EF4-FFF2-40B4-BE49-F238E27FC236}">
                <a16:creationId xmlns:a16="http://schemas.microsoft.com/office/drawing/2014/main" id="{2C377F99-2734-AFFF-84D8-A0F8B2D3A9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583" t="17619" r="288" b="8095"/>
          <a:stretch>
            <a:fillRect/>
          </a:stretch>
        </p:blipFill>
        <p:spPr>
          <a:xfrm>
            <a:off x="361950" y="1711325"/>
            <a:ext cx="11463776" cy="148590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8" name="Content Placeholder 4" descr="A screenshot of a chat">
            <a:extLst>
              <a:ext uri="{FF2B5EF4-FFF2-40B4-BE49-F238E27FC236}">
                <a16:creationId xmlns:a16="http://schemas.microsoft.com/office/drawing/2014/main" id="{8B24143C-C806-8702-D4FA-E2C9C6EBF9B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4665" b="2075"/>
          <a:stretch>
            <a:fillRect/>
          </a:stretch>
        </p:blipFill>
        <p:spPr>
          <a:xfrm>
            <a:off x="381000" y="4141625"/>
            <a:ext cx="11430000" cy="157267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707412920"/>
      </p:ext>
    </p:extLst>
  </p:cSld>
  <p:clrMapOvr>
    <a:masterClrMapping/>
  </p:clrMapOvr>
</p:sld>
</file>

<file path=ppt/theme/theme1.xml><?xml version="1.0" encoding="utf-8"?>
<a:theme xmlns:a="http://schemas.openxmlformats.org/drawingml/2006/main" name="2020 Dell Tech template">
  <a:themeElements>
    <a:clrScheme name="Dell New VID">
      <a:dk1>
        <a:srgbClr val="444444"/>
      </a:dk1>
      <a:lt1>
        <a:srgbClr val="0076CE"/>
      </a:lt1>
      <a:dk2>
        <a:srgbClr val="FFFFFF"/>
      </a:dk2>
      <a:lt2>
        <a:srgbClr val="000000"/>
      </a:lt2>
      <a:accent1>
        <a:srgbClr val="00447C"/>
      </a:accent1>
      <a:accent2>
        <a:srgbClr val="6EA204"/>
      </a:accent2>
      <a:accent3>
        <a:srgbClr val="F2AF00"/>
      </a:accent3>
      <a:accent4>
        <a:srgbClr val="EE6411"/>
      </a:accent4>
      <a:accent5>
        <a:srgbClr val="CE1126"/>
      </a:accent5>
      <a:accent6>
        <a:srgbClr val="41B6E6"/>
      </a:accent6>
      <a:hlink>
        <a:srgbClr val="0076CE"/>
      </a:hlink>
      <a:folHlink>
        <a:srgbClr val="6E2585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2700">
          <a:solidFill>
            <a:schemeClr val="bg2"/>
          </a:solidFill>
        </a:ln>
      </a:spPr>
      <a:bodyPr rtlCol="0" anchor="ctr"/>
      <a:lstStyle>
        <a:defPPr algn="ctr">
          <a:defRPr sz="1200" dirty="0" smtClean="0">
            <a:solidFill>
              <a:schemeClr val="bg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ctr">
          <a:defRPr sz="1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-18501_2020_ppt_template_v2.potx" id="{8EE0A804-4CB6-44EA-A4B4-C7D1EB27F55F}" vid="{F7FFB47B-E2F5-4219-83D1-256A9C18175C}"/>
    </a:ext>
  </a:extLst>
</a:theme>
</file>

<file path=ppt/theme/theme2.xml><?xml version="1.0" encoding="utf-8"?>
<a:theme xmlns:a="http://schemas.openxmlformats.org/drawingml/2006/main" name="3_Dell Tech 2018 internal">
  <a:themeElements>
    <a:clrScheme name="Dell New VID">
      <a:dk1>
        <a:srgbClr val="444444"/>
      </a:dk1>
      <a:lt1>
        <a:srgbClr val="0076CE"/>
      </a:lt1>
      <a:dk2>
        <a:srgbClr val="FFFFFF"/>
      </a:dk2>
      <a:lt2>
        <a:srgbClr val="000000"/>
      </a:lt2>
      <a:accent1>
        <a:srgbClr val="00447C"/>
      </a:accent1>
      <a:accent2>
        <a:srgbClr val="6EA204"/>
      </a:accent2>
      <a:accent3>
        <a:srgbClr val="F2AF00"/>
      </a:accent3>
      <a:accent4>
        <a:srgbClr val="EE6411"/>
      </a:accent4>
      <a:accent5>
        <a:srgbClr val="CE1126"/>
      </a:accent5>
      <a:accent6>
        <a:srgbClr val="41B6E6"/>
      </a:accent6>
      <a:hlink>
        <a:srgbClr val="0076CE"/>
      </a:hlink>
      <a:folHlink>
        <a:srgbClr val="6E2585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1200" dirty="0" smtClean="0">
            <a:solidFill>
              <a:schemeClr val="bg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ctr">
          <a:defRPr sz="1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Dell_Tech_New_2008_ppt_template_internal.potx" id="{5FC214A2-141E-43BB-9FCF-BD0E7C86A4C8}" vid="{481A8D53-418B-4345-AE93-4B7E2D6E919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f4a7009-c0eb-4b38-a8ec-87196e29ca16" xsi:nil="true"/>
    <lcf76f155ced4ddcb4097134ff3c332f xmlns="79613d13-e36b-43c5-bb73-e28598f680ec">
      <Terms xmlns="http://schemas.microsoft.com/office/infopath/2007/PartnerControls"/>
    </lcf76f155ced4ddcb4097134ff3c332f>
    <SharedWithUsers xmlns="1f4a7009-c0eb-4b38-a8ec-87196e29ca16">
      <UserInfo>
        <DisplayName>P, Ramanjulu Reddy</DisplayName>
        <AccountId>17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B142C4F54F5540A7C0E1BDFF5C83EF" ma:contentTypeVersion="13" ma:contentTypeDescription="Create a new document." ma:contentTypeScope="" ma:versionID="1ea3887c304cad5437d7733497f131f0">
  <xsd:schema xmlns:xsd="http://www.w3.org/2001/XMLSchema" xmlns:xs="http://www.w3.org/2001/XMLSchema" xmlns:p="http://schemas.microsoft.com/office/2006/metadata/properties" xmlns:ns2="79613d13-e36b-43c5-bb73-e28598f680ec" xmlns:ns3="1f4a7009-c0eb-4b38-a8ec-87196e29ca16" targetNamespace="http://schemas.microsoft.com/office/2006/metadata/properties" ma:root="true" ma:fieldsID="ec991e30937d391ac781f831b87acfe2" ns2:_="" ns3:_="">
    <xsd:import namespace="79613d13-e36b-43c5-bb73-e28598f680ec"/>
    <xsd:import namespace="1f4a7009-c0eb-4b38-a8ec-87196e29ca1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bjectDetectorVersion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613d13-e36b-43c5-bb73-e28598f680e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4a8f3d3-8814-4760-a664-575ca63320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4a7009-c0eb-4b38-a8ec-87196e29ca1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06a810c6-de99-4e4a-8623-1d96275d1fb9}" ma:internalName="TaxCatchAll" ma:showField="CatchAllData" ma:web="1f4a7009-c0eb-4b38-a8ec-87196e29ca1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1983EE4-44E4-49A1-A1AC-143AD83FD98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C7462B3-2B62-4BD0-A515-5C7005095E78}">
  <ds:schemaRefs>
    <ds:schemaRef ds:uri="1f4a7009-c0eb-4b38-a8ec-87196e29ca16"/>
    <ds:schemaRef ds:uri="79613d13-e36b-43c5-bb73-e28598f680e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53C7C13-84D9-4DB4-B938-4D4DE830646F}">
  <ds:schemaRefs>
    <ds:schemaRef ds:uri="1f4a7009-c0eb-4b38-a8ec-87196e29ca16"/>
    <ds:schemaRef ds:uri="79613d13-e36b-43c5-bb73-e28598f680e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11</Slides>
  <Notes>8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2020 Dell Tech template</vt:lpstr>
      <vt:lpstr>3_Dell Tech 2018 internal</vt:lpstr>
      <vt:lpstr>VMware to OpenShift Migration - Single Click Migration</vt:lpstr>
      <vt:lpstr>Agenda</vt:lpstr>
      <vt:lpstr>Overview Of Migration Process</vt:lpstr>
      <vt:lpstr>PowerPoint Presentation</vt:lpstr>
      <vt:lpstr>PowerPoint Presentation</vt:lpstr>
      <vt:lpstr>Migration Pipeline</vt:lpstr>
      <vt:lpstr>Demo</vt:lpstr>
      <vt:lpstr>PowerPoint Presentation</vt:lpstr>
      <vt:lpstr>What Next?...!</vt:lpstr>
      <vt:lpstr>Thank You</vt:lpstr>
      <vt:lpstr>Migration Pipeline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Roy Thomas</dc:creator>
  <cp:revision>18</cp:revision>
  <dcterms:created xsi:type="dcterms:W3CDTF">2020-01-20T09:51:15Z</dcterms:created>
  <dcterms:modified xsi:type="dcterms:W3CDTF">2025-08-05T08:48:59Z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de70ee2-0cb4-4d60-aee5-75ef2c4c8a90_Enabled">
    <vt:lpwstr>True</vt:lpwstr>
  </property>
  <property fmtid="{D5CDD505-2E9C-101B-9397-08002B2CF9AE}" pid="3" name="MSIP_Label_7de70ee2-0cb4-4d60-aee5-75ef2c4c8a90_SiteId">
    <vt:lpwstr>945c199a-83a2-4e80-9f8c-5a91be5752dd</vt:lpwstr>
  </property>
  <property fmtid="{D5CDD505-2E9C-101B-9397-08002B2CF9AE}" pid="4" name="MSIP_Label_7de70ee2-0cb4-4d60-aee5-75ef2c4c8a90_Owner">
    <vt:lpwstr>Roy_C_Thomas@Dell.com</vt:lpwstr>
  </property>
  <property fmtid="{D5CDD505-2E9C-101B-9397-08002B2CF9AE}" pid="5" name="MSIP_Label_7de70ee2-0cb4-4d60-aee5-75ef2c4c8a90_SetDate">
    <vt:lpwstr>2020-01-20T10:07:53.2549063Z</vt:lpwstr>
  </property>
  <property fmtid="{D5CDD505-2E9C-101B-9397-08002B2CF9AE}" pid="6" name="MSIP_Label_7de70ee2-0cb4-4d60-aee5-75ef2c4c8a90_Name">
    <vt:lpwstr>Internal Use</vt:lpwstr>
  </property>
  <property fmtid="{D5CDD505-2E9C-101B-9397-08002B2CF9AE}" pid="7" name="MSIP_Label_7de70ee2-0cb4-4d60-aee5-75ef2c4c8a90_Application">
    <vt:lpwstr>Microsoft Azure Information Protection</vt:lpwstr>
  </property>
  <property fmtid="{D5CDD505-2E9C-101B-9397-08002B2CF9AE}" pid="8" name="MSIP_Label_7de70ee2-0cb4-4d60-aee5-75ef2c4c8a90_Extended_MSFT_Method">
    <vt:lpwstr>Manual</vt:lpwstr>
  </property>
  <property fmtid="{D5CDD505-2E9C-101B-9397-08002B2CF9AE}" pid="9" name="MSIP_Label_da6fab74-d5af-4af7-a9a4-78d84655a626_Enabled">
    <vt:lpwstr>True</vt:lpwstr>
  </property>
  <property fmtid="{D5CDD505-2E9C-101B-9397-08002B2CF9AE}" pid="10" name="MSIP_Label_da6fab74-d5af-4af7-a9a4-78d84655a626_SiteId">
    <vt:lpwstr>945c199a-83a2-4e80-9f8c-5a91be5752dd</vt:lpwstr>
  </property>
  <property fmtid="{D5CDD505-2E9C-101B-9397-08002B2CF9AE}" pid="11" name="MSIP_Label_da6fab74-d5af-4af7-a9a4-78d84655a626_Owner">
    <vt:lpwstr>Roy_C_Thomas@Dell.com</vt:lpwstr>
  </property>
  <property fmtid="{D5CDD505-2E9C-101B-9397-08002B2CF9AE}" pid="12" name="MSIP_Label_da6fab74-d5af-4af7-a9a4-78d84655a626_SetDate">
    <vt:lpwstr>2020-01-20T10:07:53.2549063Z</vt:lpwstr>
  </property>
  <property fmtid="{D5CDD505-2E9C-101B-9397-08002B2CF9AE}" pid="13" name="MSIP_Label_da6fab74-d5af-4af7-a9a4-78d84655a626_Name">
    <vt:lpwstr>Visual Marking</vt:lpwstr>
  </property>
  <property fmtid="{D5CDD505-2E9C-101B-9397-08002B2CF9AE}" pid="14" name="MSIP_Label_da6fab74-d5af-4af7-a9a4-78d84655a626_Application">
    <vt:lpwstr>Microsoft Azure Information Protection</vt:lpwstr>
  </property>
  <property fmtid="{D5CDD505-2E9C-101B-9397-08002B2CF9AE}" pid="15" name="MSIP_Label_da6fab74-d5af-4af7-a9a4-78d84655a626_Parent">
    <vt:lpwstr>7de70ee2-0cb4-4d60-aee5-75ef2c4c8a90</vt:lpwstr>
  </property>
  <property fmtid="{D5CDD505-2E9C-101B-9397-08002B2CF9AE}" pid="16" name="MSIP_Label_da6fab74-d5af-4af7-a9a4-78d84655a626_Extended_MSFT_Method">
    <vt:lpwstr>Manual</vt:lpwstr>
  </property>
  <property fmtid="{D5CDD505-2E9C-101B-9397-08002B2CF9AE}" pid="17" name="aiplabel">
    <vt:lpwstr>Internal Use Visual Marking</vt:lpwstr>
  </property>
  <property fmtid="{D5CDD505-2E9C-101B-9397-08002B2CF9AE}" pid="18" name="ContentTypeId">
    <vt:lpwstr>0x010100A5B142C4F54F5540A7C0E1BDFF5C83EF</vt:lpwstr>
  </property>
  <property fmtid="{D5CDD505-2E9C-101B-9397-08002B2CF9AE}" pid="19" name="MediaServiceImageTags">
    <vt:lpwstr/>
  </property>
</Properties>
</file>